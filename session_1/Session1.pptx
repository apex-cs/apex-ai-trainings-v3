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5" r:id="rId2"/>
    <p:sldMasterId id="2147483667" r:id="rId3"/>
    <p:sldMasterId id="2147483677" r:id="rId4"/>
    <p:sldMasterId id="2147483683" r:id="rId5"/>
    <p:sldMasterId id="2147483687" r:id="rId6"/>
    <p:sldMasterId id="2147483692" r:id="rId7"/>
  </p:sldMasterIdLst>
  <p:notesMasterIdLst>
    <p:notesMasterId r:id="rId24"/>
  </p:notesMasterIdLst>
  <p:sldIdLst>
    <p:sldId id="257" r:id="rId8"/>
    <p:sldId id="258" r:id="rId9"/>
    <p:sldId id="261" r:id="rId10"/>
    <p:sldId id="262" r:id="rId11"/>
    <p:sldId id="259" r:id="rId12"/>
    <p:sldId id="260" r:id="rId13"/>
    <p:sldId id="263" r:id="rId14"/>
    <p:sldId id="264" r:id="rId15"/>
    <p:sldId id="265" r:id="rId16"/>
    <p:sldId id="266" r:id="rId17"/>
    <p:sldId id="267" r:id="rId18"/>
    <p:sldId id="268" r:id="rId19"/>
    <p:sldId id="269" r:id="rId20"/>
    <p:sldId id="270" r:id="rId21"/>
    <p:sldId id="272" r:id="rId22"/>
    <p:sldId id="27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3923" autoAdjust="0"/>
  </p:normalViewPr>
  <p:slideViewPr>
    <p:cSldViewPr snapToGrid="0" showGuides="1">
      <p:cViewPr varScale="1">
        <p:scale>
          <a:sx n="67" d="100"/>
          <a:sy n="67" d="100"/>
        </p:scale>
        <p:origin x="2154" y="66"/>
      </p:cViewPr>
      <p:guideLst>
        <p:guide orient="horz" pos="21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B6822-8511-4780-85FB-8A3DB9BB111C}"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4AF391-8C0F-40CB-9B2B-32D237DC58E5}" type="slidenum">
              <a:rPr lang="en-US" smtClean="0"/>
              <a:t>‹#›</a:t>
            </a:fld>
            <a:endParaRPr lang="en-US"/>
          </a:p>
        </p:txBody>
      </p:sp>
    </p:spTree>
    <p:extLst>
      <p:ext uri="{BB962C8B-B14F-4D97-AF65-F5344CB8AC3E}">
        <p14:creationId xmlns:p14="http://schemas.microsoft.com/office/powerpoint/2010/main" val="3943123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hands-on lab for developers. We'll make AI behavior visible—through live examples in VS Code with GitHub Copilot. By the end, you'll recognize where tokens matter, how context shapes answers, why hallucinations happen, and how to build safer agentic workflows.</a:t>
            </a:r>
          </a:p>
          <a:p>
            <a:endParaRPr lang="en-US" dirty="0"/>
          </a:p>
        </p:txBody>
      </p:sp>
      <p:sp>
        <p:nvSpPr>
          <p:cNvPr id="4" name="Slide Number Placeholder 3"/>
          <p:cNvSpPr>
            <a:spLocks noGrp="1"/>
          </p:cNvSpPr>
          <p:nvPr>
            <p:ph type="sldNum" sz="quarter" idx="5"/>
          </p:nvPr>
        </p:nvSpPr>
        <p:spPr/>
        <p:txBody>
          <a:bodyPr/>
          <a:lstStyle/>
          <a:p>
            <a:fld id="{A44AF391-8C0F-40CB-9B2B-32D237DC58E5}" type="slidenum">
              <a:rPr lang="en-US" smtClean="0"/>
              <a:t>1</a:t>
            </a:fld>
            <a:endParaRPr lang="en-US"/>
          </a:p>
        </p:txBody>
      </p:sp>
    </p:spTree>
    <p:extLst>
      <p:ext uri="{BB962C8B-B14F-4D97-AF65-F5344CB8AC3E}">
        <p14:creationId xmlns:p14="http://schemas.microsoft.com/office/powerpoint/2010/main" val="3368883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the distinction between large language models (LLMs) and small language models (SLMs) is essential for making informed architectural decisions.</a:t>
            </a:r>
          </a:p>
          <a:p>
            <a:endParaRPr lang="en-US" dirty="0"/>
          </a:p>
          <a:p>
            <a:r>
              <a:rPr lang="en-US" dirty="0"/>
              <a:t> LLMs are typically trained on massive, diverse datasets and excel at general-purpose reasoning, language understanding, and cross-domain tasks.</a:t>
            </a:r>
          </a:p>
          <a:p>
            <a:endParaRPr lang="en-US" dirty="0"/>
          </a:p>
          <a:p>
            <a:r>
              <a:rPr lang="en-US" dirty="0"/>
              <a:t> They are flexible but often come with higher latency, greater token costs, and broader behavior that may need tighter constraints in enterprise settings. SLMs, by contrast, are smaller, faster, and cheaper, often optimized for specific domains or tasks such as classification, summarization, or code completion within a narrow scope.</a:t>
            </a:r>
          </a:p>
          <a:p>
            <a:endParaRPr lang="en-US" dirty="0"/>
          </a:p>
          <a:p>
            <a:r>
              <a:rPr lang="en-US" dirty="0"/>
              <a:t>While SLMs may lack the broad reasoning ability of LLMs, they can be more predictable and cost-effective when the problem space is well defined. </a:t>
            </a:r>
          </a:p>
          <a:p>
            <a:endParaRPr lang="en-US" dirty="0"/>
          </a:p>
          <a:p>
            <a:r>
              <a:rPr lang="en-US" dirty="0"/>
              <a:t>In practice, many enterprise tools, including developer assistants, blend these approaches by routing tasks to different models based on complexity and risk. </a:t>
            </a:r>
          </a:p>
          <a:p>
            <a:endParaRPr lang="en-US" dirty="0"/>
          </a:p>
          <a:p>
            <a:r>
              <a:rPr lang="en-US" dirty="0"/>
              <a:t>For example, a large model might be used to reason about architectural changes, while a smaller model handles routine refactoring or formatting. </a:t>
            </a:r>
          </a:p>
          <a:p>
            <a:endParaRPr lang="en-US" dirty="0"/>
          </a:p>
          <a:p>
            <a:r>
              <a:rPr lang="en-US" dirty="0"/>
              <a:t>This slide emphasizes that choosing a model is not about size alone but about fitness for purpose.</a:t>
            </a:r>
          </a:p>
          <a:p>
            <a:endParaRPr lang="en-US" dirty="0"/>
          </a:p>
          <a:p>
            <a:r>
              <a:rPr lang="en-US" dirty="0"/>
              <a:t> Developers should consider factors such as response variability, context requirements, cost constraints, and validation needs. By recognizing that not every task requires a large model, teams can design systems that are both efficient and safer, reducing unnecessary expense while maintaining acceptable quality and control.
</a:t>
            </a:r>
          </a:p>
        </p:txBody>
      </p:sp>
      <p:sp>
        <p:nvSpPr>
          <p:cNvPr id="4" name="Slide Number Placeholder 3"/>
          <p:cNvSpPr>
            <a:spLocks noGrp="1"/>
          </p:cNvSpPr>
          <p:nvPr>
            <p:ph type="sldNum" sz="quarter" idx="5"/>
          </p:nvPr>
        </p:nvSpPr>
        <p:spPr/>
        <p:txBody>
          <a:bodyPr/>
          <a:lstStyle/>
          <a:p>
            <a:fld id="{A44AF391-8C0F-40CB-9B2B-32D237DC58E5}" type="slidenum">
              <a:rPr lang="en-US" smtClean="0"/>
              <a:t>3</a:t>
            </a:fld>
            <a:endParaRPr lang="en-US"/>
          </a:p>
        </p:txBody>
      </p:sp>
    </p:spTree>
    <p:extLst>
      <p:ext uri="{BB962C8B-B14F-4D97-AF65-F5344CB8AC3E}">
        <p14:creationId xmlns:p14="http://schemas.microsoft.com/office/powerpoint/2010/main" val="3471732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BA230-3127-BEC7-7830-5EAA2F8E1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29F39-4FAE-A032-E0E5-44D453109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1896F7-5806-4ED2-7BBF-CC62856AA2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CF3DFA-E5E0-D596-3742-712C98529524}"/>
              </a:ext>
            </a:extLst>
          </p:cNvPr>
          <p:cNvSpPr>
            <a:spLocks noGrp="1"/>
          </p:cNvSpPr>
          <p:nvPr>
            <p:ph type="sldNum" sz="quarter" idx="5"/>
          </p:nvPr>
        </p:nvSpPr>
        <p:spPr/>
        <p:txBody>
          <a:bodyPr/>
          <a:lstStyle/>
          <a:p>
            <a:fld id="{A44AF391-8C0F-40CB-9B2B-32D237DC58E5}" type="slidenum">
              <a:rPr lang="en-US" smtClean="0"/>
              <a:t>4</a:t>
            </a:fld>
            <a:endParaRPr lang="en-US"/>
          </a:p>
        </p:txBody>
      </p:sp>
    </p:spTree>
    <p:extLst>
      <p:ext uri="{BB962C8B-B14F-4D97-AF65-F5344CB8AC3E}">
        <p14:creationId xmlns:p14="http://schemas.microsoft.com/office/powerpoint/2010/main" val="814102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Tokenization is a foundational concept that directly impacts cost, context limits, and model behavior, yet it is often misunderstood. </a:t>
            </a:r>
          </a:p>
          <a:p>
            <a:endParaRPr lang="en-US" dirty="0"/>
          </a:p>
          <a:p>
            <a:r>
              <a:rPr lang="en-US" dirty="0"/>
              <a:t>A token is not the same as a word; it is a unit defined by the model’s tokenizer, which may split text into </a:t>
            </a:r>
            <a:r>
              <a:rPr lang="en-US" dirty="0" err="1"/>
              <a:t>subwords</a:t>
            </a:r>
            <a:r>
              <a:rPr lang="en-US" dirty="0"/>
              <a:t>, symbols, or character sequences. </a:t>
            </a:r>
          </a:p>
          <a:p>
            <a:endParaRPr lang="en-US" dirty="0"/>
          </a:p>
          <a:p>
            <a:r>
              <a:rPr lang="en-US" dirty="0"/>
              <a:t>As a result, the same idea expressed in different languages or formats can consume very different numbers of tokens. </a:t>
            </a:r>
          </a:p>
          <a:p>
            <a:endParaRPr lang="en-US" dirty="0"/>
          </a:p>
          <a:p>
            <a:r>
              <a:rPr lang="en-US" dirty="0"/>
              <a:t>English text tends to be relatively token-efficient, while languages such as Spanish may use more tokens for the same semantic content due to morphology and vocabulary differences. </a:t>
            </a:r>
          </a:p>
          <a:p>
            <a:endParaRPr lang="en-US" dirty="0"/>
          </a:p>
          <a:p>
            <a:r>
              <a:rPr lang="en-US" dirty="0"/>
              <a:t>Source code, JSON, logs, and long identifiers are often even more token-intensive because punctuation, casing, and symbols are frequently split into separate tokens. </a:t>
            </a:r>
          </a:p>
          <a:p>
            <a:endParaRPr lang="en-US" dirty="0"/>
          </a:p>
          <a:p>
            <a:r>
              <a:rPr lang="en-US" dirty="0"/>
              <a:t>This matters in practice because context windows and pricing are measured in tokens, not characters or words.</a:t>
            </a:r>
          </a:p>
          <a:p>
            <a:endParaRPr lang="en-US" dirty="0"/>
          </a:p>
          <a:p>
            <a:r>
              <a:rPr lang="en-US" dirty="0"/>
              <a:t>Developers may be surprised when seemingly small code snippets consume large portions of the available context or increase cost significantly. </a:t>
            </a:r>
          </a:p>
          <a:p>
            <a:endParaRPr lang="en-US" dirty="0"/>
          </a:p>
          <a:p>
            <a:r>
              <a:rPr lang="en-US" dirty="0"/>
              <a:t>This slide prepares participants for the live tokenization demo by establishing the intuition that structure and format matter. It also explains why copying entire files, verbose logs, or multilingual data into prompts can quickly exhaust context limits. </a:t>
            </a:r>
          </a:p>
          <a:p>
            <a:r>
              <a:rPr lang="en-US" dirty="0"/>
              <a:t>Recognizing tokenization effects allows developers to be more deliberate, trimming unnecessary content and focusing on the minimum information needed to achieve accurate results. This awareness is a key step toward predictable, cost-aware AI usage.</a:t>
            </a:r>
          </a:p>
        </p:txBody>
      </p:sp>
      <p:sp>
        <p:nvSpPr>
          <p:cNvPr id="4" name="Slide Number Placeholder 3"/>
          <p:cNvSpPr>
            <a:spLocks noGrp="1"/>
          </p:cNvSpPr>
          <p:nvPr>
            <p:ph type="sldNum" sz="quarter" idx="5"/>
          </p:nvPr>
        </p:nvSpPr>
        <p:spPr/>
        <p:txBody>
          <a:bodyPr/>
          <a:lstStyle/>
          <a:p>
            <a:fld id="{A44AF391-8C0F-40CB-9B2B-32D237DC58E5}" type="slidenum">
              <a:rPr lang="en-US" smtClean="0"/>
              <a:t>5</a:t>
            </a:fld>
            <a:endParaRPr lang="en-US"/>
          </a:p>
        </p:txBody>
      </p:sp>
    </p:spTree>
    <p:extLst>
      <p:ext uri="{BB962C8B-B14F-4D97-AF65-F5344CB8AC3E}">
        <p14:creationId xmlns:p14="http://schemas.microsoft.com/office/powerpoint/2010/main" val="779268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4AF391-8C0F-40CB-9B2B-32D237DC58E5}" type="slidenum">
              <a:rPr lang="en-US" smtClean="0"/>
              <a:t>6</a:t>
            </a:fld>
            <a:endParaRPr lang="en-US"/>
          </a:p>
        </p:txBody>
      </p:sp>
    </p:spTree>
    <p:extLst>
      <p:ext uri="{BB962C8B-B14F-4D97-AF65-F5344CB8AC3E}">
        <p14:creationId xmlns:p14="http://schemas.microsoft.com/office/powerpoint/2010/main" val="191958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504FC-CE9E-2B35-4488-9A781B3ED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41351-404F-C906-07FC-439A3A7D7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76319-ECA9-F15B-E023-86F345E569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9DBB0D-E97B-3F63-A8DF-F6A77987C89A}"/>
              </a:ext>
            </a:extLst>
          </p:cNvPr>
          <p:cNvSpPr>
            <a:spLocks noGrp="1"/>
          </p:cNvSpPr>
          <p:nvPr>
            <p:ph type="sldNum" sz="quarter" idx="5"/>
          </p:nvPr>
        </p:nvSpPr>
        <p:spPr/>
        <p:txBody>
          <a:bodyPr/>
          <a:lstStyle/>
          <a:p>
            <a:fld id="{A44AF391-8C0F-40CB-9B2B-32D237DC58E5}" type="slidenum">
              <a:rPr lang="en-US" smtClean="0"/>
              <a:t>8</a:t>
            </a:fld>
            <a:endParaRPr lang="en-US"/>
          </a:p>
        </p:txBody>
      </p:sp>
    </p:spTree>
    <p:extLst>
      <p:ext uri="{BB962C8B-B14F-4D97-AF65-F5344CB8AC3E}">
        <p14:creationId xmlns:p14="http://schemas.microsoft.com/office/powerpoint/2010/main" val="1999963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4AF391-8C0F-40CB-9B2B-32D237DC58E5}" type="slidenum">
              <a:rPr lang="en-US" smtClean="0"/>
              <a:t>9</a:t>
            </a:fld>
            <a:endParaRPr lang="en-US"/>
          </a:p>
        </p:txBody>
      </p:sp>
    </p:spTree>
    <p:extLst>
      <p:ext uri="{BB962C8B-B14F-4D97-AF65-F5344CB8AC3E}">
        <p14:creationId xmlns:p14="http://schemas.microsoft.com/office/powerpoint/2010/main" val="1029192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83E6E-8C15-7B87-947A-1B88DB1E7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516BC-3123-D059-2E37-E6A409A6E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03469-6B2B-A173-CA32-16B0F497EA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C49498-1342-A0B3-6F31-313194A7C3A7}"/>
              </a:ext>
            </a:extLst>
          </p:cNvPr>
          <p:cNvSpPr>
            <a:spLocks noGrp="1"/>
          </p:cNvSpPr>
          <p:nvPr>
            <p:ph type="sldNum" sz="quarter" idx="5"/>
          </p:nvPr>
        </p:nvSpPr>
        <p:spPr/>
        <p:txBody>
          <a:bodyPr/>
          <a:lstStyle/>
          <a:p>
            <a:fld id="{A44AF391-8C0F-40CB-9B2B-32D237DC58E5}" type="slidenum">
              <a:rPr lang="en-US" smtClean="0"/>
              <a:t>10</a:t>
            </a:fld>
            <a:endParaRPr lang="en-US"/>
          </a:p>
        </p:txBody>
      </p:sp>
    </p:spTree>
    <p:extLst>
      <p:ext uri="{BB962C8B-B14F-4D97-AF65-F5344CB8AC3E}">
        <p14:creationId xmlns:p14="http://schemas.microsoft.com/office/powerpoint/2010/main" val="3653761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4AF391-8C0F-40CB-9B2B-32D237DC58E5}" type="slidenum">
              <a:rPr lang="en-US" smtClean="0"/>
              <a:t>11</a:t>
            </a:fld>
            <a:endParaRPr lang="en-US"/>
          </a:p>
        </p:txBody>
      </p:sp>
    </p:spTree>
    <p:extLst>
      <p:ext uri="{BB962C8B-B14F-4D97-AF65-F5344CB8AC3E}">
        <p14:creationId xmlns:p14="http://schemas.microsoft.com/office/powerpoint/2010/main" val="3322435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7839E-0A27-6DE5-7F88-5604C6563A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D2ED8-06C2-E775-415F-77964CCB6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AC589-1065-DC2D-1511-D5F8D2C79AA3}"/>
              </a:ext>
            </a:extLst>
          </p:cNvPr>
          <p:cNvSpPr>
            <a:spLocks noGrp="1"/>
          </p:cNvSpPr>
          <p:nvPr>
            <p:ph type="body" idx="1"/>
          </p:nvPr>
        </p:nvSpPr>
        <p:spPr/>
        <p:txBody>
          <a:bodyPr/>
          <a:lstStyle/>
          <a:p>
            <a:r>
              <a:rPr lang="en-US" sz="1200" b="1" u="none" strike="noStrike" kern="1200" dirty="0">
                <a:solidFill>
                  <a:schemeClr val="tx1"/>
                </a:solidFill>
                <a:effectLst/>
                <a:latin typeface="+mn-lt"/>
                <a:ea typeface="+mn-ea"/>
                <a:cs typeface="+mn-cs"/>
              </a:rPr>
              <a:t>How Fine-Tuning Works</a:t>
            </a:r>
          </a:p>
          <a:p>
            <a:r>
              <a:rPr lang="en-US" sz="1200" b="0" u="none" strike="noStrike" kern="1200" dirty="0">
                <a:solidFill>
                  <a:schemeClr val="tx1"/>
                </a:solidFill>
                <a:effectLst/>
                <a:latin typeface="+mn-lt"/>
                <a:ea typeface="+mn-ea"/>
                <a:cs typeface="+mn-cs"/>
              </a:rPr>
              <a:t>Foundation models (like those used for generative AI) are originally trained on vast amounts of internet data to learn general logic, language, and facts. Fine-tuning takes this "fluent generalist" and reshapes its internal parameters by showing it thousands of examples tailored to a specific domain. </a:t>
            </a:r>
          </a:p>
          <a:p>
            <a:r>
              <a:rPr lang="en-US" sz="1200" b="0" u="none" strike="noStrike" kern="1200" dirty="0">
                <a:solidFill>
                  <a:schemeClr val="tx1"/>
                </a:solidFill>
                <a:effectLst/>
                <a:latin typeface="+mn-lt"/>
                <a:ea typeface="+mn-ea"/>
                <a:cs typeface="+mn-cs"/>
              </a:rPr>
              <a:t>For example:</a:t>
            </a:r>
          </a:p>
          <a:p>
            <a:r>
              <a:rPr lang="en-US" sz="1200" b="1" u="none" strike="noStrike" kern="1200" dirty="0">
                <a:solidFill>
                  <a:schemeClr val="tx1"/>
                </a:solidFill>
                <a:effectLst/>
                <a:latin typeface="+mn-lt"/>
                <a:ea typeface="+mn-ea"/>
                <a:cs typeface="+mn-cs"/>
              </a:rPr>
              <a:t>Legal:</a:t>
            </a:r>
            <a:r>
              <a:rPr lang="en-US" sz="1200" b="0" u="none" strike="noStrike" kern="1200" dirty="0">
                <a:solidFill>
                  <a:schemeClr val="tx1"/>
                </a:solidFill>
                <a:effectLst/>
                <a:latin typeface="+mn-lt"/>
                <a:ea typeface="+mn-ea"/>
                <a:cs typeface="+mn-cs"/>
              </a:rPr>
              <a:t> Teaching a general language model to understand case law and draft contracts.</a:t>
            </a:r>
          </a:p>
          <a:p>
            <a:r>
              <a:rPr lang="en-US" sz="1200" b="1" u="none" strike="noStrike" kern="1200" dirty="0">
                <a:solidFill>
                  <a:schemeClr val="tx1"/>
                </a:solidFill>
                <a:effectLst/>
                <a:latin typeface="+mn-lt"/>
                <a:ea typeface="+mn-ea"/>
                <a:cs typeface="+mn-cs"/>
              </a:rPr>
              <a:t>Healthcare:</a:t>
            </a:r>
            <a:r>
              <a:rPr lang="en-US" sz="1200" b="0" u="none" strike="noStrike" kern="1200" dirty="0">
                <a:solidFill>
                  <a:schemeClr val="tx1"/>
                </a:solidFill>
                <a:effectLst/>
                <a:latin typeface="+mn-lt"/>
                <a:ea typeface="+mn-ea"/>
                <a:cs typeface="+mn-cs"/>
              </a:rPr>
              <a:t> Adapting an AI to become a specialized diagnostic assistant using medical literature.</a:t>
            </a:r>
          </a:p>
          <a:p>
            <a:r>
              <a:rPr lang="en-US" sz="1200" b="1" u="none" strike="noStrike" kern="1200" dirty="0">
                <a:solidFill>
                  <a:schemeClr val="tx1"/>
                </a:solidFill>
                <a:effectLst/>
                <a:latin typeface="+mn-lt"/>
                <a:ea typeface="+mn-ea"/>
                <a:cs typeface="+mn-cs"/>
              </a:rPr>
              <a:t>Customer Service:</a:t>
            </a:r>
            <a:r>
              <a:rPr lang="en-US" sz="1200" b="0" u="none" strike="noStrike" kern="1200" dirty="0">
                <a:solidFill>
                  <a:schemeClr val="tx1"/>
                </a:solidFill>
                <a:effectLst/>
                <a:latin typeface="+mn-lt"/>
                <a:ea typeface="+mn-ea"/>
                <a:cs typeface="+mn-cs"/>
              </a:rPr>
              <a:t> Training a chatbot to respond in your company's exact brand voice and adhere to internal policies. </a:t>
            </a:r>
          </a:p>
          <a:p>
            <a:r>
              <a:rPr lang="en-US" sz="1200" b="1" u="none" strike="noStrike" kern="1200" dirty="0">
                <a:solidFill>
                  <a:schemeClr val="tx1"/>
                </a:solidFill>
                <a:effectLst/>
                <a:latin typeface="+mn-lt"/>
                <a:ea typeface="+mn-ea"/>
                <a:cs typeface="+mn-cs"/>
              </a:rPr>
              <a:t>Why Businesses Fine-Tune</a:t>
            </a:r>
          </a:p>
          <a:p>
            <a:r>
              <a:rPr lang="en-US" sz="1200" b="1" u="none" strike="noStrike" kern="1200" dirty="0">
                <a:solidFill>
                  <a:schemeClr val="tx1"/>
                </a:solidFill>
                <a:effectLst/>
                <a:latin typeface="+mn-lt"/>
                <a:ea typeface="+mn-ea"/>
                <a:cs typeface="+mn-cs"/>
              </a:rPr>
              <a:t>Improved Accuracy:</a:t>
            </a:r>
            <a:r>
              <a:rPr lang="en-US" sz="1200" b="0" u="none" strike="noStrike" kern="1200" dirty="0">
                <a:solidFill>
                  <a:schemeClr val="tx1"/>
                </a:solidFill>
                <a:effectLst/>
                <a:latin typeface="+mn-lt"/>
                <a:ea typeface="+mn-ea"/>
                <a:cs typeface="+mn-cs"/>
              </a:rPr>
              <a:t> Reduces "hallucinations" and increases reliability for specific industries.</a:t>
            </a:r>
          </a:p>
          <a:p>
            <a:r>
              <a:rPr lang="en-US" sz="1200" b="1" u="none" strike="noStrike" kern="1200" dirty="0">
                <a:solidFill>
                  <a:schemeClr val="tx1"/>
                </a:solidFill>
                <a:effectLst/>
                <a:latin typeface="+mn-lt"/>
                <a:ea typeface="+mn-ea"/>
                <a:cs typeface="+mn-cs"/>
              </a:rPr>
              <a:t>Cost Efficiency:</a:t>
            </a:r>
            <a:r>
              <a:rPr lang="en-US" sz="1200" b="0" u="none" strike="noStrike" kern="1200" dirty="0">
                <a:solidFill>
                  <a:schemeClr val="tx1"/>
                </a:solidFill>
                <a:effectLst/>
                <a:latin typeface="+mn-lt"/>
                <a:ea typeface="+mn-ea"/>
                <a:cs typeface="+mn-cs"/>
              </a:rPr>
              <a:t> It is significantly cheaper and faster to adjust an existing model than to train a billion-parameter model from scratch.</a:t>
            </a:r>
          </a:p>
          <a:p>
            <a:r>
              <a:rPr lang="en-US" sz="1200" b="1" u="none" strike="noStrike" kern="1200" dirty="0">
                <a:solidFill>
                  <a:schemeClr val="tx1"/>
                </a:solidFill>
                <a:effectLst/>
                <a:latin typeface="+mn-lt"/>
                <a:ea typeface="+mn-ea"/>
                <a:cs typeface="+mn-cs"/>
              </a:rPr>
              <a:t>Custom Behavior:</a:t>
            </a:r>
            <a:r>
              <a:rPr lang="en-US" sz="1200" b="0" u="none" strike="noStrike" kern="1200" dirty="0">
                <a:solidFill>
                  <a:schemeClr val="tx1"/>
                </a:solidFill>
                <a:effectLst/>
                <a:latin typeface="+mn-lt"/>
                <a:ea typeface="+mn-ea"/>
                <a:cs typeface="+mn-cs"/>
              </a:rPr>
              <a:t> Allows the AI to adopt specific formatting, tone, or response lengths. </a:t>
            </a:r>
          </a:p>
          <a:p>
            <a:endParaRPr lang="en-US" sz="1200" b="0" u="none" strike="noStrike" kern="1200" dirty="0">
              <a:solidFill>
                <a:schemeClr val="tx1"/>
              </a:solidFill>
              <a:effectLst/>
              <a:latin typeface="+mn-lt"/>
              <a:ea typeface="+mn-ea"/>
              <a:cs typeface="+mn-cs"/>
            </a:endParaRPr>
          </a:p>
          <a:p>
            <a:r>
              <a:rPr lang="en-US" sz="1200" b="1" u="none" strike="noStrike" kern="1200" dirty="0">
                <a:solidFill>
                  <a:schemeClr val="tx1"/>
                </a:solidFill>
                <a:effectLst/>
                <a:latin typeface="+mn-lt"/>
                <a:ea typeface="+mn-ea"/>
                <a:cs typeface="+mn-cs"/>
              </a:rPr>
              <a:t>Common Techniques</a:t>
            </a:r>
          </a:p>
          <a:p>
            <a:r>
              <a:rPr lang="en-US" sz="1200" b="1" u="none" strike="noStrike" kern="1200" dirty="0">
                <a:solidFill>
                  <a:schemeClr val="tx1"/>
                </a:solidFill>
                <a:effectLst/>
                <a:latin typeface="+mn-lt"/>
                <a:ea typeface="+mn-ea"/>
                <a:cs typeface="+mn-cs"/>
              </a:rPr>
              <a:t>Full Fine-Tuning:</a:t>
            </a:r>
            <a:r>
              <a:rPr lang="en-US" sz="1200" b="0" u="none" strike="noStrike" kern="1200" dirty="0">
                <a:solidFill>
                  <a:schemeClr val="tx1"/>
                </a:solidFill>
                <a:effectLst/>
                <a:latin typeface="+mn-lt"/>
                <a:ea typeface="+mn-ea"/>
                <a:cs typeface="+mn-cs"/>
              </a:rPr>
              <a:t> Updates all the parameters of the original model. This is highly effective but requires massive amounts of computing power. </a:t>
            </a:r>
          </a:p>
          <a:p>
            <a:r>
              <a:rPr lang="en-US" sz="1200" b="1" u="none" strike="noStrike" kern="1200" dirty="0">
                <a:solidFill>
                  <a:schemeClr val="tx1"/>
                </a:solidFill>
                <a:effectLst/>
                <a:latin typeface="+mn-lt"/>
                <a:ea typeface="+mn-ea"/>
                <a:cs typeface="+mn-cs"/>
              </a:rPr>
              <a:t>Parameter-Efficient Fine-Tuning (PEFT):</a:t>
            </a:r>
            <a:r>
              <a:rPr lang="en-US" sz="1200" b="0" u="none" strike="noStrike" kern="1200" dirty="0">
                <a:solidFill>
                  <a:schemeClr val="tx1"/>
                </a:solidFill>
                <a:effectLst/>
                <a:latin typeface="+mn-lt"/>
                <a:ea typeface="+mn-ea"/>
                <a:cs typeface="+mn-cs"/>
              </a:rPr>
              <a:t> Methods like </a:t>
            </a:r>
            <a:r>
              <a:rPr lang="en-US" sz="1200" b="1" u="none" strike="noStrike" kern="1200" dirty="0" err="1">
                <a:solidFill>
                  <a:schemeClr val="tx1"/>
                </a:solidFill>
                <a:effectLst/>
                <a:latin typeface="+mn-lt"/>
                <a:ea typeface="+mn-ea"/>
                <a:cs typeface="+mn-cs"/>
              </a:rPr>
              <a:t>LoRA</a:t>
            </a:r>
            <a:r>
              <a:rPr lang="en-US" sz="1200" b="1" u="none" strike="noStrike" kern="1200" dirty="0">
                <a:solidFill>
                  <a:schemeClr val="tx1"/>
                </a:solidFill>
                <a:effectLst/>
                <a:latin typeface="+mn-lt"/>
                <a:ea typeface="+mn-ea"/>
                <a:cs typeface="+mn-cs"/>
              </a:rPr>
              <a:t> (Low-Rank Adaptation)</a:t>
            </a:r>
            <a:r>
              <a:rPr lang="en-US" sz="1200" b="0" u="none" strike="noStrike" kern="1200" dirty="0">
                <a:solidFill>
                  <a:schemeClr val="tx1"/>
                </a:solidFill>
                <a:effectLst/>
                <a:latin typeface="+mn-lt"/>
                <a:ea typeface="+mn-ea"/>
                <a:cs typeface="+mn-cs"/>
              </a:rPr>
              <a:t> freeze the original model's main knowledge base and train only a tiny fraction of new parameters. This makes the process much faster and cheaper. </a:t>
            </a:r>
          </a:p>
          <a:p>
            <a:endParaRPr lang="en-US" dirty="0"/>
          </a:p>
        </p:txBody>
      </p:sp>
      <p:sp>
        <p:nvSpPr>
          <p:cNvPr id="4" name="Slide Number Placeholder 3">
            <a:extLst>
              <a:ext uri="{FF2B5EF4-FFF2-40B4-BE49-F238E27FC236}">
                <a16:creationId xmlns:a16="http://schemas.microsoft.com/office/drawing/2014/main" id="{98E08AE4-1DFF-CEE3-8F3B-2DEF413926F1}"/>
              </a:ext>
            </a:extLst>
          </p:cNvPr>
          <p:cNvSpPr>
            <a:spLocks noGrp="1"/>
          </p:cNvSpPr>
          <p:nvPr>
            <p:ph type="sldNum" sz="quarter" idx="5"/>
          </p:nvPr>
        </p:nvSpPr>
        <p:spPr/>
        <p:txBody>
          <a:bodyPr/>
          <a:lstStyle/>
          <a:p>
            <a:fld id="{A44AF391-8C0F-40CB-9B2B-32D237DC58E5}" type="slidenum">
              <a:rPr lang="en-US" smtClean="0"/>
              <a:t>12</a:t>
            </a:fld>
            <a:endParaRPr lang="en-US"/>
          </a:p>
        </p:txBody>
      </p:sp>
    </p:spTree>
    <p:extLst>
      <p:ext uri="{BB962C8B-B14F-4D97-AF65-F5344CB8AC3E}">
        <p14:creationId xmlns:p14="http://schemas.microsoft.com/office/powerpoint/2010/main" val="2341175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5F13A-6017-3D7C-94E5-5281E00321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1A2A7-6382-C2AC-8E17-383F2958FB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C69F0-8926-A825-3B37-C17D8B2F5A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7DC3B5-A2AF-12A2-31D3-3B3C925AE290}"/>
              </a:ext>
            </a:extLst>
          </p:cNvPr>
          <p:cNvSpPr>
            <a:spLocks noGrp="1"/>
          </p:cNvSpPr>
          <p:nvPr>
            <p:ph type="sldNum" sz="quarter" idx="5"/>
          </p:nvPr>
        </p:nvSpPr>
        <p:spPr/>
        <p:txBody>
          <a:bodyPr/>
          <a:lstStyle/>
          <a:p>
            <a:fld id="{A44AF391-8C0F-40CB-9B2B-32D237DC58E5}" type="slidenum">
              <a:rPr lang="en-US" smtClean="0"/>
              <a:t>14</a:t>
            </a:fld>
            <a:endParaRPr lang="en-US"/>
          </a:p>
        </p:txBody>
      </p:sp>
    </p:spTree>
    <p:extLst>
      <p:ext uri="{BB962C8B-B14F-4D97-AF65-F5344CB8AC3E}">
        <p14:creationId xmlns:p14="http://schemas.microsoft.com/office/powerpoint/2010/main" val="3332481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4AF391-8C0F-40CB-9B2B-32D237DC58E5}" type="slidenum">
              <a:rPr lang="en-US" smtClean="0"/>
              <a:t>15</a:t>
            </a:fld>
            <a:endParaRPr lang="en-US"/>
          </a:p>
        </p:txBody>
      </p:sp>
    </p:spTree>
    <p:extLst>
      <p:ext uri="{BB962C8B-B14F-4D97-AF65-F5344CB8AC3E}">
        <p14:creationId xmlns:p14="http://schemas.microsoft.com/office/powerpoint/2010/main" val="728213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4AF391-8C0F-40CB-9B2B-32D237DC58E5}" type="slidenum">
              <a:rPr lang="en-US" smtClean="0"/>
              <a:t>16</a:t>
            </a:fld>
            <a:endParaRPr lang="en-US"/>
          </a:p>
        </p:txBody>
      </p:sp>
    </p:spTree>
    <p:extLst>
      <p:ext uri="{BB962C8B-B14F-4D97-AF65-F5344CB8AC3E}">
        <p14:creationId xmlns:p14="http://schemas.microsoft.com/office/powerpoint/2010/main" val="39093406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ption 1">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9F72F1-B6F2-8FD7-A737-7CB151783C6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3" name="Text Placeholder 15">
            <a:extLst>
              <a:ext uri="{FF2B5EF4-FFF2-40B4-BE49-F238E27FC236}">
                <a16:creationId xmlns:a16="http://schemas.microsoft.com/office/drawing/2014/main" id="{83905197-B4C8-4BEC-C1E3-B7204C728065}"/>
              </a:ext>
            </a:extLst>
          </p:cNvPr>
          <p:cNvSpPr>
            <a:spLocks noGrp="1"/>
          </p:cNvSpPr>
          <p:nvPr>
            <p:ph type="body" sz="quarter" idx="12" hasCustomPrompt="1"/>
          </p:nvPr>
        </p:nvSpPr>
        <p:spPr>
          <a:xfrm>
            <a:off x="476250" y="4651376"/>
            <a:ext cx="3683000" cy="609600"/>
          </a:xfrm>
          <a:prstGeom prst="rect">
            <a:avLst/>
          </a:prstGeom>
        </p:spPr>
        <p:txBody>
          <a:bodyPr/>
          <a:lstStyle>
            <a:lvl1pPr marL="0" indent="0">
              <a:buNone/>
              <a:defRPr sz="1800" b="0">
                <a:solidFill>
                  <a:schemeClr val="bg2"/>
                </a:solidFill>
              </a:defRPr>
            </a:lvl1pPr>
          </a:lstStyle>
          <a:p>
            <a:pPr lvl="0"/>
            <a:r>
              <a:rPr lang="en-US"/>
              <a:t>Add subtitle</a:t>
            </a:r>
          </a:p>
        </p:txBody>
      </p:sp>
      <p:sp>
        <p:nvSpPr>
          <p:cNvPr id="4" name="Text Placeholder 15">
            <a:extLst>
              <a:ext uri="{FF2B5EF4-FFF2-40B4-BE49-F238E27FC236}">
                <a16:creationId xmlns:a16="http://schemas.microsoft.com/office/drawing/2014/main" id="{F8C38F62-4B5E-5969-1603-2CA9B7802417}"/>
              </a:ext>
            </a:extLst>
          </p:cNvPr>
          <p:cNvSpPr>
            <a:spLocks noGrp="1"/>
          </p:cNvSpPr>
          <p:nvPr>
            <p:ph type="body" sz="quarter" idx="11" hasCustomPrompt="1"/>
          </p:nvPr>
        </p:nvSpPr>
        <p:spPr>
          <a:xfrm>
            <a:off x="476250" y="3857625"/>
            <a:ext cx="3683000" cy="609600"/>
          </a:xfrm>
          <a:prstGeom prst="rect">
            <a:avLst/>
          </a:prstGeom>
        </p:spPr>
        <p:txBody>
          <a:bodyPr/>
          <a:lstStyle>
            <a:lvl1pPr marL="0" indent="0">
              <a:buNone/>
              <a:defRPr sz="3600" b="1">
                <a:solidFill>
                  <a:schemeClr val="bg2"/>
                </a:solidFill>
              </a:defRPr>
            </a:lvl1pPr>
          </a:lstStyle>
          <a:p>
            <a:pPr lvl="0"/>
            <a:r>
              <a:rPr lang="en-US"/>
              <a:t>Add Title</a:t>
            </a:r>
          </a:p>
        </p:txBody>
      </p:sp>
    </p:spTree>
    <p:extLst>
      <p:ext uri="{BB962C8B-B14F-4D97-AF65-F5344CB8AC3E}">
        <p14:creationId xmlns:p14="http://schemas.microsoft.com/office/powerpoint/2010/main" val="56220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ption 2">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2D6272-9D5D-5824-BC0C-7CC4A361BBC0}"/>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8" name="Text Placeholder 15">
            <a:extLst>
              <a:ext uri="{FF2B5EF4-FFF2-40B4-BE49-F238E27FC236}">
                <a16:creationId xmlns:a16="http://schemas.microsoft.com/office/drawing/2014/main" id="{EE784A10-C4F6-2581-D9F6-168F295B5860}"/>
              </a:ext>
            </a:extLst>
          </p:cNvPr>
          <p:cNvSpPr>
            <a:spLocks noGrp="1"/>
          </p:cNvSpPr>
          <p:nvPr>
            <p:ph type="body" sz="quarter" idx="11" hasCustomPrompt="1"/>
          </p:nvPr>
        </p:nvSpPr>
        <p:spPr>
          <a:xfrm>
            <a:off x="476250" y="3857625"/>
            <a:ext cx="3683000" cy="609600"/>
          </a:xfrm>
          <a:prstGeom prst="rect">
            <a:avLst/>
          </a:prstGeom>
        </p:spPr>
        <p:txBody>
          <a:bodyPr/>
          <a:lstStyle>
            <a:lvl1pPr marL="0" indent="0">
              <a:buNone/>
              <a:defRPr sz="3600" b="1">
                <a:solidFill>
                  <a:schemeClr val="bg2"/>
                </a:solidFill>
              </a:defRPr>
            </a:lvl1pPr>
          </a:lstStyle>
          <a:p>
            <a:pPr lvl="0"/>
            <a:r>
              <a:rPr lang="en-US"/>
              <a:t>Add Title</a:t>
            </a:r>
          </a:p>
        </p:txBody>
      </p:sp>
      <p:sp>
        <p:nvSpPr>
          <p:cNvPr id="9" name="Text Placeholder 15">
            <a:extLst>
              <a:ext uri="{FF2B5EF4-FFF2-40B4-BE49-F238E27FC236}">
                <a16:creationId xmlns:a16="http://schemas.microsoft.com/office/drawing/2014/main" id="{A4821A27-66C5-2CC0-B184-6B44EA6FD3BC}"/>
              </a:ext>
            </a:extLst>
          </p:cNvPr>
          <p:cNvSpPr>
            <a:spLocks noGrp="1"/>
          </p:cNvSpPr>
          <p:nvPr>
            <p:ph type="body" sz="quarter" idx="12" hasCustomPrompt="1"/>
          </p:nvPr>
        </p:nvSpPr>
        <p:spPr>
          <a:xfrm>
            <a:off x="476250" y="4651376"/>
            <a:ext cx="3683000" cy="609600"/>
          </a:xfrm>
          <a:prstGeom prst="rect">
            <a:avLst/>
          </a:prstGeom>
        </p:spPr>
        <p:txBody>
          <a:bodyPr/>
          <a:lstStyle>
            <a:lvl1pPr marL="0" indent="0">
              <a:buNone/>
              <a:defRPr sz="1800" b="0">
                <a:solidFill>
                  <a:schemeClr val="bg2"/>
                </a:solidFill>
              </a:defRPr>
            </a:lvl1pPr>
          </a:lstStyle>
          <a:p>
            <a:pPr lvl="0"/>
            <a:r>
              <a:rPr lang="en-US"/>
              <a:t>Add subtitle</a:t>
            </a:r>
          </a:p>
        </p:txBody>
      </p:sp>
      <p:sp>
        <p:nvSpPr>
          <p:cNvPr id="16" name="Picture Placeholder 15">
            <a:extLst>
              <a:ext uri="{FF2B5EF4-FFF2-40B4-BE49-F238E27FC236}">
                <a16:creationId xmlns:a16="http://schemas.microsoft.com/office/drawing/2014/main" id="{BC953156-F549-EC93-3F7E-ECCE5DDBE61A}"/>
              </a:ext>
            </a:extLst>
          </p:cNvPr>
          <p:cNvSpPr>
            <a:spLocks noGrp="1"/>
          </p:cNvSpPr>
          <p:nvPr>
            <p:ph type="pic" sz="quarter" idx="13" hasCustomPrompt="1"/>
          </p:nvPr>
        </p:nvSpPr>
        <p:spPr>
          <a:xfrm>
            <a:off x="3990974" y="0"/>
            <a:ext cx="8201026" cy="6858000"/>
          </a:xfrm>
          <a:custGeom>
            <a:avLst/>
            <a:gdLst>
              <a:gd name="connsiteX0" fmla="*/ 0 w 8201026"/>
              <a:gd name="connsiteY0" fmla="*/ 0 h 6858000"/>
              <a:gd name="connsiteX1" fmla="*/ 8201026 w 8201026"/>
              <a:gd name="connsiteY1" fmla="*/ 0 h 6858000"/>
              <a:gd name="connsiteX2" fmla="*/ 8201026 w 8201026"/>
              <a:gd name="connsiteY2" fmla="*/ 6858000 h 6858000"/>
              <a:gd name="connsiteX3" fmla="*/ 6771722 w 8201026"/>
              <a:gd name="connsiteY3" fmla="*/ 6858000 h 6858000"/>
              <a:gd name="connsiteX4" fmla="*/ 5202665 w 8201026"/>
              <a:gd name="connsiteY4" fmla="*/ 4902200 h 6858000"/>
              <a:gd name="connsiteX5" fmla="*/ 1721517 w 8201026"/>
              <a:gd name="connsiteY5" fmla="*/ 2584450 h 6858000"/>
              <a:gd name="connsiteX6" fmla="*/ 0 w 8201026"/>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01026" h="6858000">
                <a:moveTo>
                  <a:pt x="0" y="0"/>
                </a:moveTo>
                <a:lnTo>
                  <a:pt x="8201026" y="0"/>
                </a:lnTo>
                <a:lnTo>
                  <a:pt x="8201026" y="6858000"/>
                </a:lnTo>
                <a:lnTo>
                  <a:pt x="6771722" y="6858000"/>
                </a:lnTo>
                <a:cubicBezTo>
                  <a:pt x="6474808" y="6341237"/>
                  <a:pt x="5981476" y="5605336"/>
                  <a:pt x="5202665" y="4902200"/>
                </a:cubicBezTo>
                <a:cubicBezTo>
                  <a:pt x="3880528" y="3708464"/>
                  <a:pt x="2894435" y="3655314"/>
                  <a:pt x="1721517" y="2584450"/>
                </a:cubicBezTo>
                <a:cubicBezTo>
                  <a:pt x="1187847" y="2097151"/>
                  <a:pt x="511310" y="1304100"/>
                  <a:pt x="0" y="0"/>
                </a:cubicBezTo>
                <a:close/>
              </a:path>
            </a:pathLst>
          </a:custGeom>
        </p:spPr>
        <p:txBody>
          <a:bodyPr wrap="square" anchor="t">
            <a:noAutofit/>
          </a:bodyPr>
          <a:lstStyle>
            <a:lvl1pPr marL="0" indent="0" algn="r">
              <a:buNone/>
              <a:defRPr sz="1600" b="1"/>
            </a:lvl1pPr>
          </a:lstStyle>
          <a:p>
            <a:r>
              <a:rPr lang="en-US"/>
              <a:t>Add Picture</a:t>
            </a:r>
          </a:p>
        </p:txBody>
      </p:sp>
    </p:spTree>
    <p:extLst>
      <p:ext uri="{BB962C8B-B14F-4D97-AF65-F5344CB8AC3E}">
        <p14:creationId xmlns:p14="http://schemas.microsoft.com/office/powerpoint/2010/main" val="3730120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49C3A8-62A8-44E0-FC55-85725D9C7F1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17" name="Text Placeholder 15">
            <a:extLst>
              <a:ext uri="{FF2B5EF4-FFF2-40B4-BE49-F238E27FC236}">
                <a16:creationId xmlns:a16="http://schemas.microsoft.com/office/drawing/2014/main" id="{16FE83AF-6A7B-9B9D-C70E-A5981B6AB3D8}"/>
              </a:ext>
            </a:extLst>
          </p:cNvPr>
          <p:cNvSpPr>
            <a:spLocks noGrp="1"/>
          </p:cNvSpPr>
          <p:nvPr>
            <p:ph type="body" sz="quarter" idx="12" hasCustomPrompt="1"/>
          </p:nvPr>
        </p:nvSpPr>
        <p:spPr>
          <a:xfrm>
            <a:off x="7693025" y="5248275"/>
            <a:ext cx="3683000" cy="609600"/>
          </a:xfrm>
          <a:prstGeom prst="rect">
            <a:avLst/>
          </a:prstGeom>
        </p:spPr>
        <p:txBody>
          <a:bodyPr anchor="t"/>
          <a:lstStyle>
            <a:lvl1pPr marL="0" indent="0" algn="r">
              <a:buNone/>
              <a:defRPr sz="1600" b="0">
                <a:solidFill>
                  <a:schemeClr val="bg2"/>
                </a:solidFill>
              </a:defRPr>
            </a:lvl1pPr>
          </a:lstStyle>
          <a:p>
            <a:pPr lvl="0"/>
            <a:r>
              <a:rPr lang="en-US"/>
              <a:t>Add subtitle</a:t>
            </a:r>
          </a:p>
        </p:txBody>
      </p:sp>
    </p:spTree>
    <p:extLst>
      <p:ext uri="{BB962C8B-B14F-4D97-AF65-F5344CB8AC3E}">
        <p14:creationId xmlns:p14="http://schemas.microsoft.com/office/powerpoint/2010/main" val="634424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er slide 1">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6FD654-47F0-208B-BAB4-0191E7282D6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3" name="Text Placeholder 15">
            <a:extLst>
              <a:ext uri="{FF2B5EF4-FFF2-40B4-BE49-F238E27FC236}">
                <a16:creationId xmlns:a16="http://schemas.microsoft.com/office/drawing/2014/main" id="{4692787E-0972-BF81-0D21-8ECDCAB23068}"/>
              </a:ext>
            </a:extLst>
          </p:cNvPr>
          <p:cNvSpPr>
            <a:spLocks noGrp="1"/>
          </p:cNvSpPr>
          <p:nvPr>
            <p:ph type="body" sz="quarter" idx="12" hasCustomPrompt="1"/>
          </p:nvPr>
        </p:nvSpPr>
        <p:spPr>
          <a:xfrm>
            <a:off x="476250" y="3746501"/>
            <a:ext cx="3683000" cy="609600"/>
          </a:xfrm>
          <a:prstGeom prst="rect">
            <a:avLst/>
          </a:prstGeom>
        </p:spPr>
        <p:txBody>
          <a:bodyPr/>
          <a:lstStyle>
            <a:lvl1pPr marL="0" indent="0">
              <a:buNone/>
              <a:defRPr sz="1800" b="0">
                <a:solidFill>
                  <a:schemeClr val="bg2"/>
                </a:solidFill>
              </a:defRPr>
            </a:lvl1pPr>
          </a:lstStyle>
          <a:p>
            <a:pPr lvl="0"/>
            <a:r>
              <a:rPr lang="en-US"/>
              <a:t>Add subtitle</a:t>
            </a:r>
          </a:p>
        </p:txBody>
      </p:sp>
      <p:sp>
        <p:nvSpPr>
          <p:cNvPr id="4" name="Text Placeholder 15">
            <a:extLst>
              <a:ext uri="{FF2B5EF4-FFF2-40B4-BE49-F238E27FC236}">
                <a16:creationId xmlns:a16="http://schemas.microsoft.com/office/drawing/2014/main" id="{758D2F95-5E7F-98D9-B267-DA4EF3EF01D1}"/>
              </a:ext>
            </a:extLst>
          </p:cNvPr>
          <p:cNvSpPr>
            <a:spLocks noGrp="1"/>
          </p:cNvSpPr>
          <p:nvPr>
            <p:ph type="body" sz="quarter" idx="11" hasCustomPrompt="1"/>
          </p:nvPr>
        </p:nvSpPr>
        <p:spPr>
          <a:xfrm>
            <a:off x="476250" y="2952750"/>
            <a:ext cx="3683000" cy="609600"/>
          </a:xfrm>
          <a:prstGeom prst="rect">
            <a:avLst/>
          </a:prstGeom>
        </p:spPr>
        <p:txBody>
          <a:bodyPr/>
          <a:lstStyle>
            <a:lvl1pPr marL="0" indent="0">
              <a:buNone/>
              <a:defRPr sz="3600" b="1">
                <a:solidFill>
                  <a:schemeClr val="bg2"/>
                </a:solidFill>
              </a:defRPr>
            </a:lvl1pPr>
          </a:lstStyle>
          <a:p>
            <a:pPr lvl="0"/>
            <a:r>
              <a:rPr lang="en-US"/>
              <a:t>Add Title</a:t>
            </a:r>
          </a:p>
        </p:txBody>
      </p:sp>
      <p:sp>
        <p:nvSpPr>
          <p:cNvPr id="5" name="Slide Number Placeholder 2">
            <a:extLst>
              <a:ext uri="{FF2B5EF4-FFF2-40B4-BE49-F238E27FC236}">
                <a16:creationId xmlns:a16="http://schemas.microsoft.com/office/drawing/2014/main" id="{B650E64C-47FA-B3EE-D221-19D3D90E4F04}"/>
              </a:ext>
            </a:extLst>
          </p:cNvPr>
          <p:cNvSpPr txBox="1">
            <a:spLocks/>
          </p:cNvSpPr>
          <p:nvPr userDrawn="1"/>
        </p:nvSpPr>
        <p:spPr>
          <a:xfrm>
            <a:off x="11279798" y="6343550"/>
            <a:ext cx="523875"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r" defTabSz="914269" rtl="0" eaLnBrk="1" fontAlgn="base" latinLnBrk="0" hangingPunct="1">
              <a:lnSpc>
                <a:spcPct val="100000"/>
              </a:lnSpc>
              <a:spcBef>
                <a:spcPct val="0"/>
              </a:spcBef>
              <a:spcAft>
                <a:spcPct val="0"/>
              </a:spcAft>
              <a:buClrTx/>
              <a:buSzTx/>
              <a:buFontTx/>
              <a:buNone/>
              <a:tabLst/>
              <a:defRPr/>
            </a:pPr>
            <a:fld id="{7145EE91-F0AA-4244-95F3-9F4DFB676A82}" type="slidenum">
              <a:rPr kumimoji="0" lang="en-US" sz="900" b="1" i="0" u="none" strike="noStrike" kern="1200" cap="none" spc="0" normalizeH="0" baseline="0" noProof="0" smtClean="0">
                <a:ln>
                  <a:noFill/>
                </a:ln>
                <a:solidFill>
                  <a:schemeClr val="bg2"/>
                </a:solidFill>
                <a:effectLst/>
                <a:uLnTx/>
                <a:uFillTx/>
                <a:latin typeface="Arial" panose="020B0604020202020204" pitchFamily="34" charset="0"/>
                <a:ea typeface="+mn-ea"/>
                <a:cs typeface="Arial" panose="020B0604020202020204" pitchFamily="34" charset="0"/>
              </a:rPr>
              <a:pPr marL="0" marR="0" lvl="0" indent="0" algn="r" defTabSz="914269" rtl="0" eaLnBrk="1" fontAlgn="base" latinLnBrk="0" hangingPunct="1">
                <a:lnSpc>
                  <a:spcPct val="100000"/>
                </a:lnSpc>
                <a:spcBef>
                  <a:spcPct val="0"/>
                </a:spcBef>
                <a:spcAft>
                  <a:spcPct val="0"/>
                </a:spcAft>
                <a:buClrTx/>
                <a:buSzTx/>
                <a:buFontTx/>
                <a:buNone/>
                <a:tabLst/>
                <a:defRPr/>
              </a:pPr>
              <a:t>‹#›</a:t>
            </a:fld>
            <a:endParaRPr kumimoji="0" lang="en-US" sz="900" b="1"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71068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 1 Text Box">
    <p:bg>
      <p:bgRef idx="1001">
        <a:schemeClr val="bg1"/>
      </p:bgRef>
    </p:bg>
    <p:spTree>
      <p:nvGrpSpPr>
        <p:cNvPr id="1" name=""/>
        <p:cNvGrpSpPr/>
        <p:nvPr/>
      </p:nvGrpSpPr>
      <p:grpSpPr>
        <a:xfrm>
          <a:off x="0" y="0"/>
          <a:ext cx="0" cy="0"/>
          <a:chOff x="0" y="0"/>
          <a:chExt cx="0" cy="0"/>
        </a:xfrm>
      </p:grpSpPr>
      <p:sp>
        <p:nvSpPr>
          <p:cNvPr id="4" name="Content Placeholder 4"/>
          <p:cNvSpPr>
            <a:spLocks noGrp="1"/>
          </p:cNvSpPr>
          <p:nvPr>
            <p:ph sz="quarter" idx="12" hasCustomPrompt="1"/>
          </p:nvPr>
        </p:nvSpPr>
        <p:spPr>
          <a:xfrm>
            <a:off x="504095" y="1534909"/>
            <a:ext cx="10943490" cy="4146389"/>
          </a:xfrm>
          <a:prstGeom prst="rect">
            <a:avLst/>
          </a:prstGeom>
        </p:spPr>
        <p:txBody>
          <a:bodyPr/>
          <a:lstStyle>
            <a:lvl1pPr marL="0" indent="0">
              <a:buNone/>
              <a:defRPr sz="140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2" name="Title 1"/>
          <p:cNvSpPr>
            <a:spLocks noGrp="1"/>
          </p:cNvSpPr>
          <p:nvPr>
            <p:ph type="title" hasCustomPrompt="1"/>
          </p:nvPr>
        </p:nvSpPr>
        <p:spPr>
          <a:xfrm>
            <a:off x="504095" y="833798"/>
            <a:ext cx="10943490" cy="455271"/>
          </a:xfrm>
          <a:prstGeom prst="rect">
            <a:avLst/>
          </a:prstGeom>
        </p:spPr>
        <p:txBody>
          <a:bodyPr/>
          <a:lstStyle>
            <a:lvl1pPr>
              <a:defRPr sz="2400" b="1" baseline="0">
                <a:solidFill>
                  <a:schemeClr val="tx1"/>
                </a:solidFill>
                <a:latin typeface="Arial" panose="020B0604020202020204" pitchFamily="34" charset="0"/>
                <a:cs typeface="Arial" panose="020B0604020202020204" pitchFamily="34" charset="0"/>
              </a:defRPr>
            </a:lvl1pPr>
          </a:lstStyle>
          <a:p>
            <a:r>
              <a:rPr lang="en-US"/>
              <a:t>Insert Title Here</a:t>
            </a:r>
          </a:p>
        </p:txBody>
      </p:sp>
    </p:spTree>
    <p:extLst>
      <p:ext uri="{BB962C8B-B14F-4D97-AF65-F5344CB8AC3E}">
        <p14:creationId xmlns:p14="http://schemas.microsoft.com/office/powerpoint/2010/main" val="28637420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 2 Text Boxes">
    <p:bg>
      <p:bgRef idx="1001">
        <a:schemeClr val="bg1"/>
      </p:bgRef>
    </p:bg>
    <p:spTree>
      <p:nvGrpSpPr>
        <p:cNvPr id="1" name=""/>
        <p:cNvGrpSpPr/>
        <p:nvPr/>
      </p:nvGrpSpPr>
      <p:grpSpPr>
        <a:xfrm>
          <a:off x="0" y="0"/>
          <a:ext cx="0" cy="0"/>
          <a:chOff x="0" y="0"/>
          <a:chExt cx="0" cy="0"/>
        </a:xfrm>
      </p:grpSpPr>
      <p:sp>
        <p:nvSpPr>
          <p:cNvPr id="4" name="Content Placeholder 4"/>
          <p:cNvSpPr>
            <a:spLocks noGrp="1"/>
          </p:cNvSpPr>
          <p:nvPr>
            <p:ph sz="quarter" idx="12" hasCustomPrompt="1"/>
          </p:nvPr>
        </p:nvSpPr>
        <p:spPr>
          <a:xfrm>
            <a:off x="838199" y="1431209"/>
            <a:ext cx="4989439" cy="4492628"/>
          </a:xfrm>
          <a:prstGeom prst="rect">
            <a:avLst/>
          </a:prstGeom>
        </p:spPr>
        <p:txBody>
          <a:bodyPr/>
          <a:lstStyle>
            <a:lvl1pPr marL="0" indent="0">
              <a:buNone/>
              <a:defRPr sz="140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2" name="Title 1"/>
          <p:cNvSpPr>
            <a:spLocks noGrp="1"/>
          </p:cNvSpPr>
          <p:nvPr>
            <p:ph type="title" hasCustomPrompt="1"/>
          </p:nvPr>
        </p:nvSpPr>
        <p:spPr>
          <a:xfrm>
            <a:off x="504092" y="730098"/>
            <a:ext cx="10868561" cy="455271"/>
          </a:xfrm>
          <a:prstGeom prst="rect">
            <a:avLst/>
          </a:prstGeom>
        </p:spPr>
        <p:txBody>
          <a:bodyPr/>
          <a:lstStyle>
            <a:lvl1pPr>
              <a:defRPr sz="2400" b="1" baseline="0">
                <a:solidFill>
                  <a:schemeClr val="tx1"/>
                </a:solidFill>
                <a:latin typeface="Arial" panose="020B0604020202020204" pitchFamily="34" charset="0"/>
                <a:cs typeface="Arial" panose="020B0604020202020204" pitchFamily="34" charset="0"/>
              </a:defRPr>
            </a:lvl1pPr>
          </a:lstStyle>
          <a:p>
            <a:r>
              <a:rPr lang="en-US"/>
              <a:t>Insert Title Here</a:t>
            </a:r>
          </a:p>
        </p:txBody>
      </p:sp>
      <p:sp>
        <p:nvSpPr>
          <p:cNvPr id="5" name="Content Placeholder 4">
            <a:extLst>
              <a:ext uri="{FF2B5EF4-FFF2-40B4-BE49-F238E27FC236}">
                <a16:creationId xmlns:a16="http://schemas.microsoft.com/office/drawing/2014/main" id="{14D5D599-13CB-B73E-0C33-6E5A247F5A98}"/>
              </a:ext>
            </a:extLst>
          </p:cNvPr>
          <p:cNvSpPr>
            <a:spLocks noGrp="1"/>
          </p:cNvSpPr>
          <p:nvPr>
            <p:ph sz="quarter" idx="13" hasCustomPrompt="1"/>
          </p:nvPr>
        </p:nvSpPr>
        <p:spPr>
          <a:xfrm>
            <a:off x="6383215" y="1431209"/>
            <a:ext cx="4989439" cy="4492628"/>
          </a:xfrm>
          <a:prstGeom prst="rect">
            <a:avLst/>
          </a:prstGeom>
        </p:spPr>
        <p:txBody>
          <a:bodyPr/>
          <a:lstStyle>
            <a:lvl1pPr marL="0" indent="0">
              <a:buNone/>
              <a:defRPr sz="140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Tree>
    <p:extLst>
      <p:ext uri="{BB962C8B-B14F-4D97-AF65-F5344CB8AC3E}">
        <p14:creationId xmlns:p14="http://schemas.microsoft.com/office/powerpoint/2010/main" val="9709649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3 Text Boxes">
    <p:bg>
      <p:bgRef idx="1001">
        <a:schemeClr val="bg1"/>
      </p:bgRef>
    </p:bg>
    <p:spTree>
      <p:nvGrpSpPr>
        <p:cNvPr id="1" name=""/>
        <p:cNvGrpSpPr/>
        <p:nvPr/>
      </p:nvGrpSpPr>
      <p:grpSpPr>
        <a:xfrm>
          <a:off x="0" y="0"/>
          <a:ext cx="0" cy="0"/>
          <a:chOff x="0" y="0"/>
          <a:chExt cx="0" cy="0"/>
        </a:xfrm>
      </p:grpSpPr>
      <p:sp>
        <p:nvSpPr>
          <p:cNvPr id="4" name="Content Placeholder 4"/>
          <p:cNvSpPr>
            <a:spLocks noGrp="1"/>
          </p:cNvSpPr>
          <p:nvPr>
            <p:ph sz="quarter" idx="12" hasCustomPrompt="1"/>
          </p:nvPr>
        </p:nvSpPr>
        <p:spPr>
          <a:xfrm>
            <a:off x="838199" y="1360873"/>
            <a:ext cx="3394435" cy="4492628"/>
          </a:xfrm>
          <a:prstGeom prst="rect">
            <a:avLst/>
          </a:prstGeom>
        </p:spPr>
        <p:txBody>
          <a:bodyPr/>
          <a:lstStyle>
            <a:lvl1pPr marL="0" indent="0">
              <a:buNone/>
              <a:defRPr sz="140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2" name="Title 1"/>
          <p:cNvSpPr>
            <a:spLocks noGrp="1"/>
          </p:cNvSpPr>
          <p:nvPr>
            <p:ph type="title" hasCustomPrompt="1"/>
          </p:nvPr>
        </p:nvSpPr>
        <p:spPr>
          <a:xfrm>
            <a:off x="504094" y="659762"/>
            <a:ext cx="10868559" cy="455271"/>
          </a:xfrm>
          <a:prstGeom prst="rect">
            <a:avLst/>
          </a:prstGeom>
        </p:spPr>
        <p:txBody>
          <a:bodyPr/>
          <a:lstStyle>
            <a:lvl1pPr>
              <a:defRPr sz="2400" b="1" baseline="0">
                <a:solidFill>
                  <a:schemeClr val="tx1"/>
                </a:solidFill>
                <a:latin typeface="Arial" panose="020B0604020202020204" pitchFamily="34" charset="0"/>
                <a:cs typeface="Arial" panose="020B0604020202020204" pitchFamily="34" charset="0"/>
              </a:defRPr>
            </a:lvl1pPr>
          </a:lstStyle>
          <a:p>
            <a:r>
              <a:rPr lang="en-US"/>
              <a:t>Insert Title Here</a:t>
            </a:r>
          </a:p>
        </p:txBody>
      </p:sp>
      <p:sp>
        <p:nvSpPr>
          <p:cNvPr id="5" name="Content Placeholder 4">
            <a:extLst>
              <a:ext uri="{FF2B5EF4-FFF2-40B4-BE49-F238E27FC236}">
                <a16:creationId xmlns:a16="http://schemas.microsoft.com/office/drawing/2014/main" id="{14D5D599-13CB-B73E-0C33-6E5A247F5A98}"/>
              </a:ext>
            </a:extLst>
          </p:cNvPr>
          <p:cNvSpPr>
            <a:spLocks noGrp="1"/>
          </p:cNvSpPr>
          <p:nvPr>
            <p:ph sz="quarter" idx="13" hasCustomPrompt="1"/>
          </p:nvPr>
        </p:nvSpPr>
        <p:spPr>
          <a:xfrm>
            <a:off x="4408209" y="1360873"/>
            <a:ext cx="3394435" cy="4492628"/>
          </a:xfrm>
          <a:prstGeom prst="rect">
            <a:avLst/>
          </a:prstGeom>
        </p:spPr>
        <p:txBody>
          <a:bodyPr/>
          <a:lstStyle>
            <a:lvl1pPr marL="0" indent="0">
              <a:buNone/>
              <a:defRPr sz="140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6" name="Content Placeholder 4">
            <a:extLst>
              <a:ext uri="{FF2B5EF4-FFF2-40B4-BE49-F238E27FC236}">
                <a16:creationId xmlns:a16="http://schemas.microsoft.com/office/drawing/2014/main" id="{F7D52A5E-6578-6CD0-3DC3-BA0239C3C843}"/>
              </a:ext>
            </a:extLst>
          </p:cNvPr>
          <p:cNvSpPr>
            <a:spLocks noGrp="1"/>
          </p:cNvSpPr>
          <p:nvPr>
            <p:ph sz="quarter" idx="14" hasCustomPrompt="1"/>
          </p:nvPr>
        </p:nvSpPr>
        <p:spPr>
          <a:xfrm>
            <a:off x="7978219" y="1360873"/>
            <a:ext cx="3394435" cy="4492628"/>
          </a:xfrm>
          <a:prstGeom prst="rect">
            <a:avLst/>
          </a:prstGeom>
        </p:spPr>
        <p:txBody>
          <a:bodyPr/>
          <a:lstStyle>
            <a:lvl1pPr marL="0" indent="0">
              <a:buNone/>
              <a:defRPr sz="140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Tree>
    <p:extLst>
      <p:ext uri="{BB962C8B-B14F-4D97-AF65-F5344CB8AC3E}">
        <p14:creationId xmlns:p14="http://schemas.microsoft.com/office/powerpoint/2010/main" val="24605044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Image + Text">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609600" y="4324350"/>
            <a:ext cx="3457575" cy="1704974"/>
          </a:xfrm>
          <a:prstGeom prst="rect">
            <a:avLst/>
          </a:prstGeom>
        </p:spPr>
        <p:txBody>
          <a:bodyPr/>
          <a:lstStyle>
            <a:lvl1pPr algn="r" defTabSz="914400" rtl="0" eaLnBrk="1" latinLnBrk="0" hangingPunct="1">
              <a:lnSpc>
                <a:spcPct val="90000"/>
              </a:lnSpc>
              <a:spcBef>
                <a:spcPct val="0"/>
              </a:spcBef>
              <a:buNone/>
              <a:defRPr lang="en-US" sz="2400" b="1" kern="1200" dirty="0">
                <a:solidFill>
                  <a:schemeClr val="tx1"/>
                </a:solidFill>
                <a:latin typeface="+mj-lt"/>
                <a:ea typeface="+mj-ea"/>
                <a:cs typeface="Times New Roman" panose="02020603050405020304" pitchFamily="18" charset="0"/>
              </a:defRPr>
            </a:lvl1pPr>
          </a:lstStyle>
          <a:p>
            <a:r>
              <a:rPr lang="en-US"/>
              <a:t>Add title</a:t>
            </a:r>
          </a:p>
        </p:txBody>
      </p:sp>
      <p:sp>
        <p:nvSpPr>
          <p:cNvPr id="3" name="Text Placeholder 2">
            <a:extLst>
              <a:ext uri="{FF2B5EF4-FFF2-40B4-BE49-F238E27FC236}">
                <a16:creationId xmlns:a16="http://schemas.microsoft.com/office/drawing/2014/main" id="{14F0DDF1-CE2E-DD1F-1B07-7A2C1393EA5C}"/>
              </a:ext>
            </a:extLst>
          </p:cNvPr>
          <p:cNvSpPr>
            <a:spLocks noGrp="1"/>
          </p:cNvSpPr>
          <p:nvPr>
            <p:ph type="body" sz="quarter" idx="16" hasCustomPrompt="1"/>
          </p:nvPr>
        </p:nvSpPr>
        <p:spPr>
          <a:xfrm>
            <a:off x="4352925" y="4324350"/>
            <a:ext cx="7229475" cy="1704975"/>
          </a:xfrm>
          <a:prstGeom prst="rect">
            <a:avLst/>
          </a:prstGeom>
        </p:spPr>
        <p:txBody>
          <a:bodyPr/>
          <a:lstStyle>
            <a:lvl1pPr marL="0" indent="0">
              <a:buNone/>
              <a:defRPr sz="1400"/>
            </a:lvl1pPr>
          </a:lstStyle>
          <a:p>
            <a:pPr lvl="0"/>
            <a:r>
              <a:rPr lang="en-US"/>
              <a:t>Add text</a:t>
            </a:r>
          </a:p>
        </p:txBody>
      </p:sp>
      <p:sp>
        <p:nvSpPr>
          <p:cNvPr id="5" name="Picture Placeholder 4">
            <a:extLst>
              <a:ext uri="{FF2B5EF4-FFF2-40B4-BE49-F238E27FC236}">
                <a16:creationId xmlns:a16="http://schemas.microsoft.com/office/drawing/2014/main" id="{B45E0241-840D-51EB-635D-9F00D8C2FB1E}"/>
              </a:ext>
            </a:extLst>
          </p:cNvPr>
          <p:cNvSpPr>
            <a:spLocks noGrp="1"/>
          </p:cNvSpPr>
          <p:nvPr>
            <p:ph type="pic" sz="quarter" idx="17" hasCustomPrompt="1"/>
          </p:nvPr>
        </p:nvSpPr>
        <p:spPr>
          <a:xfrm>
            <a:off x="457200" y="481012"/>
            <a:ext cx="11277600" cy="3648075"/>
          </a:xfrm>
          <a:prstGeom prst="rect">
            <a:avLst/>
          </a:prstGeom>
        </p:spPr>
        <p:txBody>
          <a:bodyPr/>
          <a:lstStyle>
            <a:lvl1pPr marL="0" indent="0">
              <a:buNone/>
              <a:defRPr sz="1600"/>
            </a:lvl1pPr>
          </a:lstStyle>
          <a:p>
            <a:r>
              <a:rPr lang="en-US"/>
              <a:t>Add image</a:t>
            </a:r>
          </a:p>
        </p:txBody>
      </p:sp>
    </p:spTree>
    <p:extLst>
      <p:ext uri="{BB962C8B-B14F-4D97-AF65-F5344CB8AC3E}">
        <p14:creationId xmlns:p14="http://schemas.microsoft.com/office/powerpoint/2010/main" val="1106621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eam Intro">
    <p:spTree>
      <p:nvGrpSpPr>
        <p:cNvPr id="1" name=""/>
        <p:cNvGrpSpPr/>
        <p:nvPr/>
      </p:nvGrpSpPr>
      <p:grpSpPr>
        <a:xfrm>
          <a:off x="0" y="0"/>
          <a:ext cx="0" cy="0"/>
          <a:chOff x="0" y="0"/>
          <a:chExt cx="0" cy="0"/>
        </a:xfrm>
      </p:grpSpPr>
      <p:sp>
        <p:nvSpPr>
          <p:cNvPr id="5" name="Content Placeholder 4"/>
          <p:cNvSpPr>
            <a:spLocks noGrp="1"/>
          </p:cNvSpPr>
          <p:nvPr>
            <p:ph sz="quarter" idx="14" hasCustomPrompt="1"/>
          </p:nvPr>
        </p:nvSpPr>
        <p:spPr>
          <a:xfrm>
            <a:off x="609600" y="1424280"/>
            <a:ext cx="10972800" cy="1017786"/>
          </a:xfrm>
          <a:prstGeom prst="rect">
            <a:avLst/>
          </a:prstGeom>
        </p:spPr>
        <p:txBody>
          <a:bodyPr/>
          <a:lstStyle>
            <a:lvl1pPr marL="0" indent="0">
              <a:buNone/>
              <a:defRPr sz="1600">
                <a:solidFill>
                  <a:schemeClr val="tx1"/>
                </a:solidFill>
                <a:latin typeface="+mn-lt"/>
                <a:cs typeface="Arial" panose="020B0604020202020204" pitchFamily="34" charset="0"/>
              </a:defRPr>
            </a:lvl1pPr>
            <a:lvl2pPr marL="742950" indent="-285750">
              <a:buClr>
                <a:schemeClr val="accent2"/>
              </a:buClr>
              <a:buFont typeface="Arial" panose="020B0604020202020204" pitchFamily="34" charset="0"/>
              <a:buChar char="•"/>
              <a:defRPr lang="en-US" sz="1600" kern="1200" dirty="0">
                <a:solidFill>
                  <a:schemeClr val="tx1"/>
                </a:solidFill>
                <a:latin typeface="+mn-lt"/>
                <a:ea typeface="+mn-ea"/>
                <a:cs typeface="Arial" panose="020B0604020202020204" pitchFamily="34" charset="0"/>
              </a:defRPr>
            </a:lvl2pPr>
            <a:lvl3pPr marL="1200150" indent="-285750">
              <a:buClr>
                <a:schemeClr val="accent2"/>
              </a:buClr>
              <a:buFont typeface="Wingdings" panose="05000000000000000000" pitchFamily="2" charset="2"/>
              <a:buChar char="§"/>
              <a:defRPr lang="en-US" sz="1400" kern="1200" dirty="0">
                <a:solidFill>
                  <a:schemeClr val="tx1"/>
                </a:solidFill>
                <a:latin typeface="+mn-lt"/>
                <a:ea typeface="+mn-ea"/>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6" name="Title 1"/>
          <p:cNvSpPr>
            <a:spLocks noGrp="1"/>
          </p:cNvSpPr>
          <p:nvPr>
            <p:ph type="title" hasCustomPrompt="1"/>
          </p:nvPr>
        </p:nvSpPr>
        <p:spPr>
          <a:xfrm>
            <a:off x="3467100" y="751387"/>
            <a:ext cx="5257800" cy="455271"/>
          </a:xfrm>
          <a:prstGeom prst="rect">
            <a:avLst/>
          </a:prstGeom>
        </p:spPr>
        <p:txBody>
          <a:bodyPr/>
          <a:lstStyle>
            <a:lvl1pPr algn="l" defTabSz="914400" rtl="0" eaLnBrk="1" latinLnBrk="0" hangingPunct="1">
              <a:lnSpc>
                <a:spcPct val="90000"/>
              </a:lnSpc>
              <a:spcBef>
                <a:spcPct val="0"/>
              </a:spcBef>
              <a:buNone/>
              <a:defRPr lang="en-US" sz="2400" b="1" kern="1200" dirty="0">
                <a:solidFill>
                  <a:schemeClr val="tx1"/>
                </a:solidFill>
                <a:latin typeface="+mj-lt"/>
                <a:ea typeface="+mj-ea"/>
                <a:cs typeface="Times New Roman" panose="02020603050405020304" pitchFamily="18" charset="0"/>
              </a:defRPr>
            </a:lvl1pPr>
          </a:lstStyle>
          <a:p>
            <a:r>
              <a:rPr lang="en-US"/>
              <a:t>Add title</a:t>
            </a:r>
          </a:p>
        </p:txBody>
      </p:sp>
      <p:sp>
        <p:nvSpPr>
          <p:cNvPr id="12" name="Content Placeholder 4">
            <a:extLst>
              <a:ext uri="{FF2B5EF4-FFF2-40B4-BE49-F238E27FC236}">
                <a16:creationId xmlns:a16="http://schemas.microsoft.com/office/drawing/2014/main" id="{CEF6AA4B-38EB-045D-9060-0C5E5B453427}"/>
              </a:ext>
            </a:extLst>
          </p:cNvPr>
          <p:cNvSpPr>
            <a:spLocks noGrp="1"/>
          </p:cNvSpPr>
          <p:nvPr>
            <p:ph sz="quarter" idx="18" hasCustomPrompt="1"/>
          </p:nvPr>
        </p:nvSpPr>
        <p:spPr>
          <a:xfrm>
            <a:off x="2402408" y="5291831"/>
            <a:ext cx="1586186" cy="293886"/>
          </a:xfrm>
          <a:prstGeom prst="rect">
            <a:avLst/>
          </a:prstGeom>
        </p:spPr>
        <p:txBody>
          <a:bodyPr/>
          <a:lstStyle>
            <a:lvl1pPr marL="0" indent="0" algn="ctr">
              <a:buNone/>
              <a:defRPr sz="1400" b="1" i="0">
                <a:solidFill>
                  <a:schemeClr val="accent3"/>
                </a:solidFill>
                <a:latin typeface="+mn-lt"/>
                <a:cs typeface="Arial" panose="020B0604020202020204" pitchFamily="34" charset="0"/>
              </a:defRPr>
            </a:lvl1pPr>
            <a:lvl2pPr marL="742950" indent="-285750">
              <a:buClr>
                <a:schemeClr val="accent2"/>
              </a:buClr>
              <a:buFont typeface="Arial" panose="020B0604020202020204" pitchFamily="34" charset="0"/>
              <a:buChar char="•"/>
              <a:defRPr lang="en-US" sz="1600" kern="1200" dirty="0">
                <a:solidFill>
                  <a:schemeClr val="tx1"/>
                </a:solidFill>
                <a:latin typeface="+mn-lt"/>
                <a:ea typeface="+mn-ea"/>
                <a:cs typeface="Arial" panose="020B0604020202020204" pitchFamily="34" charset="0"/>
              </a:defRPr>
            </a:lvl2pPr>
            <a:lvl3pPr marL="1200150" indent="-285750">
              <a:buClr>
                <a:schemeClr val="accent2"/>
              </a:buClr>
              <a:buFont typeface="Wingdings" panose="05000000000000000000" pitchFamily="2" charset="2"/>
              <a:buChar char="§"/>
              <a:defRPr lang="en-US" sz="1400" kern="1200" dirty="0">
                <a:solidFill>
                  <a:schemeClr val="tx1"/>
                </a:solidFill>
                <a:latin typeface="+mn-lt"/>
                <a:ea typeface="+mn-ea"/>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name</a:t>
            </a:r>
          </a:p>
        </p:txBody>
      </p:sp>
      <p:sp>
        <p:nvSpPr>
          <p:cNvPr id="13" name="Content Placeholder 4">
            <a:extLst>
              <a:ext uri="{FF2B5EF4-FFF2-40B4-BE49-F238E27FC236}">
                <a16:creationId xmlns:a16="http://schemas.microsoft.com/office/drawing/2014/main" id="{C07F78EB-B38D-C8CA-0F74-06C12FB5110F}"/>
              </a:ext>
            </a:extLst>
          </p:cNvPr>
          <p:cNvSpPr>
            <a:spLocks noGrp="1"/>
          </p:cNvSpPr>
          <p:nvPr>
            <p:ph sz="quarter" idx="19" hasCustomPrompt="1"/>
          </p:nvPr>
        </p:nvSpPr>
        <p:spPr>
          <a:xfrm>
            <a:off x="2402408" y="5692970"/>
            <a:ext cx="1586186" cy="293886"/>
          </a:xfrm>
          <a:prstGeom prst="rect">
            <a:avLst/>
          </a:prstGeom>
        </p:spPr>
        <p:txBody>
          <a:bodyPr/>
          <a:lstStyle>
            <a:lvl1pPr marL="0" indent="0" algn="ctr">
              <a:buNone/>
              <a:defRPr sz="1200" b="0" i="1">
                <a:solidFill>
                  <a:schemeClr val="tx1"/>
                </a:solidFill>
                <a:latin typeface="+mn-lt"/>
                <a:cs typeface="Arial" panose="020B0604020202020204" pitchFamily="34" charset="0"/>
              </a:defRPr>
            </a:lvl1pPr>
            <a:lvl2pPr marL="742950" indent="-285750">
              <a:buClr>
                <a:schemeClr val="accent2"/>
              </a:buClr>
              <a:buFont typeface="Arial" panose="020B0604020202020204" pitchFamily="34" charset="0"/>
              <a:buChar char="•"/>
              <a:defRPr lang="en-US" sz="1600" kern="1200" dirty="0">
                <a:solidFill>
                  <a:schemeClr val="tx1"/>
                </a:solidFill>
                <a:latin typeface="+mn-lt"/>
                <a:ea typeface="+mn-ea"/>
                <a:cs typeface="Arial" panose="020B0604020202020204" pitchFamily="34" charset="0"/>
              </a:defRPr>
            </a:lvl2pPr>
            <a:lvl3pPr marL="1200150" indent="-285750">
              <a:buClr>
                <a:schemeClr val="accent2"/>
              </a:buClr>
              <a:buFont typeface="Wingdings" panose="05000000000000000000" pitchFamily="2" charset="2"/>
              <a:buChar char="§"/>
              <a:defRPr lang="en-US" sz="1400" kern="1200" dirty="0">
                <a:solidFill>
                  <a:schemeClr val="tx1"/>
                </a:solidFill>
                <a:latin typeface="+mn-lt"/>
                <a:ea typeface="+mn-ea"/>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Position</a:t>
            </a:r>
          </a:p>
        </p:txBody>
      </p:sp>
      <p:sp>
        <p:nvSpPr>
          <p:cNvPr id="14" name="Content Placeholder 4">
            <a:extLst>
              <a:ext uri="{FF2B5EF4-FFF2-40B4-BE49-F238E27FC236}">
                <a16:creationId xmlns:a16="http://schemas.microsoft.com/office/drawing/2014/main" id="{1ABF631C-E916-C60E-C369-5406BA86C75A}"/>
              </a:ext>
            </a:extLst>
          </p:cNvPr>
          <p:cNvSpPr>
            <a:spLocks noGrp="1"/>
          </p:cNvSpPr>
          <p:nvPr>
            <p:ph sz="quarter" idx="20" hasCustomPrompt="1"/>
          </p:nvPr>
        </p:nvSpPr>
        <p:spPr>
          <a:xfrm>
            <a:off x="5302907" y="5291831"/>
            <a:ext cx="1586186" cy="293886"/>
          </a:xfrm>
          <a:prstGeom prst="rect">
            <a:avLst/>
          </a:prstGeom>
        </p:spPr>
        <p:txBody>
          <a:bodyPr/>
          <a:lstStyle>
            <a:lvl1pPr marL="0" indent="0" algn="ctr">
              <a:buNone/>
              <a:defRPr sz="1400" b="1" i="0">
                <a:solidFill>
                  <a:schemeClr val="accent3"/>
                </a:solidFill>
                <a:latin typeface="+mn-lt"/>
                <a:cs typeface="Arial" panose="020B0604020202020204" pitchFamily="34" charset="0"/>
              </a:defRPr>
            </a:lvl1pPr>
            <a:lvl2pPr marL="742950" indent="-285750">
              <a:buClr>
                <a:schemeClr val="accent2"/>
              </a:buClr>
              <a:buFont typeface="Arial" panose="020B0604020202020204" pitchFamily="34" charset="0"/>
              <a:buChar char="•"/>
              <a:defRPr lang="en-US" sz="1600" kern="1200" dirty="0">
                <a:solidFill>
                  <a:schemeClr val="tx1"/>
                </a:solidFill>
                <a:latin typeface="+mn-lt"/>
                <a:ea typeface="+mn-ea"/>
                <a:cs typeface="Arial" panose="020B0604020202020204" pitchFamily="34" charset="0"/>
              </a:defRPr>
            </a:lvl2pPr>
            <a:lvl3pPr marL="1200150" indent="-285750">
              <a:buClr>
                <a:schemeClr val="accent2"/>
              </a:buClr>
              <a:buFont typeface="Wingdings" panose="05000000000000000000" pitchFamily="2" charset="2"/>
              <a:buChar char="§"/>
              <a:defRPr lang="en-US" sz="1400" kern="1200" dirty="0">
                <a:solidFill>
                  <a:schemeClr val="tx1"/>
                </a:solidFill>
                <a:latin typeface="+mn-lt"/>
                <a:ea typeface="+mn-ea"/>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name</a:t>
            </a:r>
          </a:p>
        </p:txBody>
      </p:sp>
      <p:sp>
        <p:nvSpPr>
          <p:cNvPr id="15" name="Content Placeholder 4">
            <a:extLst>
              <a:ext uri="{FF2B5EF4-FFF2-40B4-BE49-F238E27FC236}">
                <a16:creationId xmlns:a16="http://schemas.microsoft.com/office/drawing/2014/main" id="{16589BB1-823A-545E-39BA-4FA841561160}"/>
              </a:ext>
            </a:extLst>
          </p:cNvPr>
          <p:cNvSpPr>
            <a:spLocks noGrp="1"/>
          </p:cNvSpPr>
          <p:nvPr>
            <p:ph sz="quarter" idx="21" hasCustomPrompt="1"/>
          </p:nvPr>
        </p:nvSpPr>
        <p:spPr>
          <a:xfrm>
            <a:off x="5302907" y="5692970"/>
            <a:ext cx="1586186" cy="293886"/>
          </a:xfrm>
          <a:prstGeom prst="rect">
            <a:avLst/>
          </a:prstGeom>
        </p:spPr>
        <p:txBody>
          <a:bodyPr/>
          <a:lstStyle>
            <a:lvl1pPr marL="0" indent="0" algn="ctr">
              <a:buNone/>
              <a:defRPr sz="1200" b="0" i="1">
                <a:solidFill>
                  <a:schemeClr val="tx1"/>
                </a:solidFill>
                <a:latin typeface="+mn-lt"/>
                <a:cs typeface="Arial" panose="020B0604020202020204" pitchFamily="34" charset="0"/>
              </a:defRPr>
            </a:lvl1pPr>
            <a:lvl2pPr marL="742950" indent="-285750">
              <a:buClr>
                <a:schemeClr val="accent2"/>
              </a:buClr>
              <a:buFont typeface="Arial" panose="020B0604020202020204" pitchFamily="34" charset="0"/>
              <a:buChar char="•"/>
              <a:defRPr lang="en-US" sz="1600" kern="1200" dirty="0">
                <a:solidFill>
                  <a:schemeClr val="tx1"/>
                </a:solidFill>
                <a:latin typeface="+mn-lt"/>
                <a:ea typeface="+mn-ea"/>
                <a:cs typeface="Arial" panose="020B0604020202020204" pitchFamily="34" charset="0"/>
              </a:defRPr>
            </a:lvl2pPr>
            <a:lvl3pPr marL="1200150" indent="-285750">
              <a:buClr>
                <a:schemeClr val="accent2"/>
              </a:buClr>
              <a:buFont typeface="Wingdings" panose="05000000000000000000" pitchFamily="2" charset="2"/>
              <a:buChar char="§"/>
              <a:defRPr lang="en-US" sz="1400" kern="1200" dirty="0">
                <a:solidFill>
                  <a:schemeClr val="tx1"/>
                </a:solidFill>
                <a:latin typeface="+mn-lt"/>
                <a:ea typeface="+mn-ea"/>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Position</a:t>
            </a:r>
          </a:p>
        </p:txBody>
      </p:sp>
      <p:sp>
        <p:nvSpPr>
          <p:cNvPr id="16" name="Content Placeholder 4">
            <a:extLst>
              <a:ext uri="{FF2B5EF4-FFF2-40B4-BE49-F238E27FC236}">
                <a16:creationId xmlns:a16="http://schemas.microsoft.com/office/drawing/2014/main" id="{5B555C7B-9893-FD40-E2BE-2FE6E4E1B595}"/>
              </a:ext>
            </a:extLst>
          </p:cNvPr>
          <p:cNvSpPr>
            <a:spLocks noGrp="1"/>
          </p:cNvSpPr>
          <p:nvPr>
            <p:ph sz="quarter" idx="22" hasCustomPrompt="1"/>
          </p:nvPr>
        </p:nvSpPr>
        <p:spPr>
          <a:xfrm>
            <a:off x="8203406" y="5291831"/>
            <a:ext cx="1586186" cy="293886"/>
          </a:xfrm>
          <a:prstGeom prst="rect">
            <a:avLst/>
          </a:prstGeom>
        </p:spPr>
        <p:txBody>
          <a:bodyPr/>
          <a:lstStyle>
            <a:lvl1pPr marL="0" indent="0" algn="ctr">
              <a:buNone/>
              <a:defRPr sz="1400" b="1" i="0">
                <a:solidFill>
                  <a:schemeClr val="accent3"/>
                </a:solidFill>
                <a:latin typeface="+mn-lt"/>
                <a:cs typeface="Arial" panose="020B0604020202020204" pitchFamily="34" charset="0"/>
              </a:defRPr>
            </a:lvl1pPr>
            <a:lvl2pPr marL="742950" indent="-285750">
              <a:buClr>
                <a:schemeClr val="accent2"/>
              </a:buClr>
              <a:buFont typeface="Arial" panose="020B0604020202020204" pitchFamily="34" charset="0"/>
              <a:buChar char="•"/>
              <a:defRPr lang="en-US" sz="1600" kern="1200" dirty="0">
                <a:solidFill>
                  <a:schemeClr val="tx1"/>
                </a:solidFill>
                <a:latin typeface="+mn-lt"/>
                <a:ea typeface="+mn-ea"/>
                <a:cs typeface="Arial" panose="020B0604020202020204" pitchFamily="34" charset="0"/>
              </a:defRPr>
            </a:lvl2pPr>
            <a:lvl3pPr marL="1200150" indent="-285750">
              <a:buClr>
                <a:schemeClr val="accent2"/>
              </a:buClr>
              <a:buFont typeface="Wingdings" panose="05000000000000000000" pitchFamily="2" charset="2"/>
              <a:buChar char="§"/>
              <a:defRPr lang="en-US" sz="1400" kern="1200" dirty="0">
                <a:solidFill>
                  <a:schemeClr val="tx1"/>
                </a:solidFill>
                <a:latin typeface="+mn-lt"/>
                <a:ea typeface="+mn-ea"/>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name</a:t>
            </a:r>
          </a:p>
        </p:txBody>
      </p:sp>
      <p:sp>
        <p:nvSpPr>
          <p:cNvPr id="17" name="Content Placeholder 4">
            <a:extLst>
              <a:ext uri="{FF2B5EF4-FFF2-40B4-BE49-F238E27FC236}">
                <a16:creationId xmlns:a16="http://schemas.microsoft.com/office/drawing/2014/main" id="{98C1BB98-CB1F-8531-9811-C46631D023BF}"/>
              </a:ext>
            </a:extLst>
          </p:cNvPr>
          <p:cNvSpPr>
            <a:spLocks noGrp="1"/>
          </p:cNvSpPr>
          <p:nvPr>
            <p:ph sz="quarter" idx="23" hasCustomPrompt="1"/>
          </p:nvPr>
        </p:nvSpPr>
        <p:spPr>
          <a:xfrm>
            <a:off x="8203406" y="5692970"/>
            <a:ext cx="1586186" cy="293886"/>
          </a:xfrm>
          <a:prstGeom prst="rect">
            <a:avLst/>
          </a:prstGeom>
        </p:spPr>
        <p:txBody>
          <a:bodyPr/>
          <a:lstStyle>
            <a:lvl1pPr marL="0" indent="0" algn="ctr">
              <a:buNone/>
              <a:defRPr sz="1200" b="0" i="1">
                <a:solidFill>
                  <a:schemeClr val="tx1"/>
                </a:solidFill>
                <a:latin typeface="+mn-lt"/>
                <a:cs typeface="Arial" panose="020B0604020202020204" pitchFamily="34" charset="0"/>
              </a:defRPr>
            </a:lvl1pPr>
            <a:lvl2pPr marL="742950" indent="-285750">
              <a:buClr>
                <a:schemeClr val="accent2"/>
              </a:buClr>
              <a:buFont typeface="Arial" panose="020B0604020202020204" pitchFamily="34" charset="0"/>
              <a:buChar char="•"/>
              <a:defRPr lang="en-US" sz="1600" kern="1200" dirty="0">
                <a:solidFill>
                  <a:schemeClr val="tx1"/>
                </a:solidFill>
                <a:latin typeface="+mn-lt"/>
                <a:ea typeface="+mn-ea"/>
                <a:cs typeface="Arial" panose="020B0604020202020204" pitchFamily="34" charset="0"/>
              </a:defRPr>
            </a:lvl2pPr>
            <a:lvl3pPr marL="1200150" indent="-285750">
              <a:buClr>
                <a:schemeClr val="accent2"/>
              </a:buClr>
              <a:buFont typeface="Wingdings" panose="05000000000000000000" pitchFamily="2" charset="2"/>
              <a:buChar char="§"/>
              <a:defRPr lang="en-US" sz="1400" kern="1200" dirty="0">
                <a:solidFill>
                  <a:schemeClr val="tx1"/>
                </a:solidFill>
                <a:latin typeface="+mn-lt"/>
                <a:ea typeface="+mn-ea"/>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Position</a:t>
            </a:r>
          </a:p>
        </p:txBody>
      </p:sp>
      <p:sp>
        <p:nvSpPr>
          <p:cNvPr id="7" name="Picture Placeholder 6">
            <a:extLst>
              <a:ext uri="{FF2B5EF4-FFF2-40B4-BE49-F238E27FC236}">
                <a16:creationId xmlns:a16="http://schemas.microsoft.com/office/drawing/2014/main" id="{57553A9E-1F83-E94C-FF4A-AD08D8B996A5}"/>
              </a:ext>
            </a:extLst>
          </p:cNvPr>
          <p:cNvSpPr>
            <a:spLocks noGrp="1"/>
          </p:cNvSpPr>
          <p:nvPr>
            <p:ph type="pic" sz="quarter" idx="26" hasCustomPrompt="1"/>
          </p:nvPr>
        </p:nvSpPr>
        <p:spPr>
          <a:xfrm>
            <a:off x="2057263" y="2747608"/>
            <a:ext cx="2276475" cy="2279376"/>
          </a:xfrm>
          <a:custGeom>
            <a:avLst/>
            <a:gdLst>
              <a:gd name="connsiteX0" fmla="*/ 1139688 w 2276475"/>
              <a:gd name="connsiteY0" fmla="*/ 0 h 2279376"/>
              <a:gd name="connsiteX1" fmla="*/ 2273492 w 2276475"/>
              <a:gd name="connsiteY1" fmla="*/ 1023162 h 2279376"/>
              <a:gd name="connsiteX2" fmla="*/ 2276475 w 2276475"/>
              <a:gd name="connsiteY2" fmla="*/ 1082237 h 2279376"/>
              <a:gd name="connsiteX3" fmla="*/ 2276475 w 2276475"/>
              <a:gd name="connsiteY3" fmla="*/ 1197139 h 2279376"/>
              <a:gd name="connsiteX4" fmla="*/ 2273492 w 2276475"/>
              <a:gd name="connsiteY4" fmla="*/ 1256215 h 2279376"/>
              <a:gd name="connsiteX5" fmla="*/ 1139688 w 2276475"/>
              <a:gd name="connsiteY5" fmla="*/ 2279376 h 2279376"/>
              <a:gd name="connsiteX6" fmla="*/ 0 w 2276475"/>
              <a:gd name="connsiteY6" fmla="*/ 1139688 h 2279376"/>
              <a:gd name="connsiteX7" fmla="*/ 1139688 w 2276475"/>
              <a:gd name="connsiteY7" fmla="*/ 0 h 2279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6475" h="2279376">
                <a:moveTo>
                  <a:pt x="1139688" y="0"/>
                </a:moveTo>
                <a:cubicBezTo>
                  <a:pt x="1729781" y="0"/>
                  <a:pt x="2215129" y="448467"/>
                  <a:pt x="2273492" y="1023162"/>
                </a:cubicBezTo>
                <a:lnTo>
                  <a:pt x="2276475" y="1082237"/>
                </a:lnTo>
                <a:lnTo>
                  <a:pt x="2276475" y="1197139"/>
                </a:lnTo>
                <a:lnTo>
                  <a:pt x="2273492" y="1256215"/>
                </a:lnTo>
                <a:cubicBezTo>
                  <a:pt x="2215129" y="1830909"/>
                  <a:pt x="1729781" y="2279376"/>
                  <a:pt x="1139688" y="2279376"/>
                </a:cubicBezTo>
                <a:cubicBezTo>
                  <a:pt x="510256" y="2279376"/>
                  <a:pt x="0" y="1769120"/>
                  <a:pt x="0" y="1139688"/>
                </a:cubicBezTo>
                <a:cubicBezTo>
                  <a:pt x="0" y="510256"/>
                  <a:pt x="510256" y="0"/>
                  <a:pt x="1139688" y="0"/>
                </a:cubicBezTo>
                <a:close/>
              </a:path>
            </a:pathLst>
          </a:custGeom>
        </p:spPr>
        <p:txBody>
          <a:bodyPr wrap="square" anchor="t">
            <a:noAutofit/>
          </a:bodyPr>
          <a:lstStyle>
            <a:lvl1pPr marL="0" indent="0" algn="ctr">
              <a:buNone/>
              <a:defRPr sz="1200" b="0"/>
            </a:lvl1pPr>
          </a:lstStyle>
          <a:p>
            <a:r>
              <a:rPr lang="en-US"/>
              <a:t>Add Picture</a:t>
            </a:r>
          </a:p>
        </p:txBody>
      </p:sp>
      <p:sp>
        <p:nvSpPr>
          <p:cNvPr id="9" name="Picture Placeholder 8">
            <a:extLst>
              <a:ext uri="{FF2B5EF4-FFF2-40B4-BE49-F238E27FC236}">
                <a16:creationId xmlns:a16="http://schemas.microsoft.com/office/drawing/2014/main" id="{AD35DC38-6D7B-9334-E25C-1BE1447F2D34}"/>
              </a:ext>
            </a:extLst>
          </p:cNvPr>
          <p:cNvSpPr>
            <a:spLocks noGrp="1"/>
          </p:cNvSpPr>
          <p:nvPr>
            <p:ph type="pic" sz="quarter" idx="27" hasCustomPrompt="1"/>
          </p:nvPr>
        </p:nvSpPr>
        <p:spPr>
          <a:xfrm>
            <a:off x="4957762" y="2747608"/>
            <a:ext cx="2276475" cy="2279376"/>
          </a:xfrm>
          <a:custGeom>
            <a:avLst/>
            <a:gdLst>
              <a:gd name="connsiteX0" fmla="*/ 1139688 w 2276475"/>
              <a:gd name="connsiteY0" fmla="*/ 0 h 2279376"/>
              <a:gd name="connsiteX1" fmla="*/ 2273492 w 2276475"/>
              <a:gd name="connsiteY1" fmla="*/ 1023162 h 2279376"/>
              <a:gd name="connsiteX2" fmla="*/ 2276475 w 2276475"/>
              <a:gd name="connsiteY2" fmla="*/ 1082237 h 2279376"/>
              <a:gd name="connsiteX3" fmla="*/ 2276475 w 2276475"/>
              <a:gd name="connsiteY3" fmla="*/ 1197139 h 2279376"/>
              <a:gd name="connsiteX4" fmla="*/ 2273492 w 2276475"/>
              <a:gd name="connsiteY4" fmla="*/ 1256215 h 2279376"/>
              <a:gd name="connsiteX5" fmla="*/ 1139688 w 2276475"/>
              <a:gd name="connsiteY5" fmla="*/ 2279376 h 2279376"/>
              <a:gd name="connsiteX6" fmla="*/ 0 w 2276475"/>
              <a:gd name="connsiteY6" fmla="*/ 1139688 h 2279376"/>
              <a:gd name="connsiteX7" fmla="*/ 1139688 w 2276475"/>
              <a:gd name="connsiteY7" fmla="*/ 0 h 2279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6475" h="2279376">
                <a:moveTo>
                  <a:pt x="1139688" y="0"/>
                </a:moveTo>
                <a:cubicBezTo>
                  <a:pt x="1729781" y="0"/>
                  <a:pt x="2215129" y="448467"/>
                  <a:pt x="2273492" y="1023162"/>
                </a:cubicBezTo>
                <a:lnTo>
                  <a:pt x="2276475" y="1082237"/>
                </a:lnTo>
                <a:lnTo>
                  <a:pt x="2276475" y="1197139"/>
                </a:lnTo>
                <a:lnTo>
                  <a:pt x="2273492" y="1256215"/>
                </a:lnTo>
                <a:cubicBezTo>
                  <a:pt x="2215129" y="1830909"/>
                  <a:pt x="1729781" y="2279376"/>
                  <a:pt x="1139688" y="2279376"/>
                </a:cubicBezTo>
                <a:cubicBezTo>
                  <a:pt x="510256" y="2279376"/>
                  <a:pt x="0" y="1769120"/>
                  <a:pt x="0" y="1139688"/>
                </a:cubicBezTo>
                <a:cubicBezTo>
                  <a:pt x="0" y="510256"/>
                  <a:pt x="510256" y="0"/>
                  <a:pt x="1139688" y="0"/>
                </a:cubicBezTo>
                <a:close/>
              </a:path>
            </a:pathLst>
          </a:custGeom>
        </p:spPr>
        <p:txBody>
          <a:bodyPr wrap="square" anchor="t">
            <a:noAutofit/>
          </a:bodyPr>
          <a:lstStyle>
            <a:lvl1pPr marL="0" indent="0" algn="ctr">
              <a:buNone/>
              <a:defRPr sz="1200" b="0"/>
            </a:lvl1pPr>
          </a:lstStyle>
          <a:p>
            <a:r>
              <a:rPr lang="en-US"/>
              <a:t>Add Picture</a:t>
            </a:r>
          </a:p>
        </p:txBody>
      </p:sp>
      <p:sp>
        <p:nvSpPr>
          <p:cNvPr id="10" name="Picture Placeholder 9">
            <a:extLst>
              <a:ext uri="{FF2B5EF4-FFF2-40B4-BE49-F238E27FC236}">
                <a16:creationId xmlns:a16="http://schemas.microsoft.com/office/drawing/2014/main" id="{861B35A8-D2AE-BD16-5005-9FD47D582CE5}"/>
              </a:ext>
            </a:extLst>
          </p:cNvPr>
          <p:cNvSpPr>
            <a:spLocks noGrp="1"/>
          </p:cNvSpPr>
          <p:nvPr>
            <p:ph type="pic" sz="quarter" idx="28" hasCustomPrompt="1"/>
          </p:nvPr>
        </p:nvSpPr>
        <p:spPr>
          <a:xfrm>
            <a:off x="7858262" y="2747608"/>
            <a:ext cx="2276475" cy="2279376"/>
          </a:xfrm>
          <a:custGeom>
            <a:avLst/>
            <a:gdLst>
              <a:gd name="connsiteX0" fmla="*/ 1139688 w 2276475"/>
              <a:gd name="connsiteY0" fmla="*/ 0 h 2279376"/>
              <a:gd name="connsiteX1" fmla="*/ 2273492 w 2276475"/>
              <a:gd name="connsiteY1" fmla="*/ 1023162 h 2279376"/>
              <a:gd name="connsiteX2" fmla="*/ 2276475 w 2276475"/>
              <a:gd name="connsiteY2" fmla="*/ 1082237 h 2279376"/>
              <a:gd name="connsiteX3" fmla="*/ 2276475 w 2276475"/>
              <a:gd name="connsiteY3" fmla="*/ 1197139 h 2279376"/>
              <a:gd name="connsiteX4" fmla="*/ 2273492 w 2276475"/>
              <a:gd name="connsiteY4" fmla="*/ 1256215 h 2279376"/>
              <a:gd name="connsiteX5" fmla="*/ 1139688 w 2276475"/>
              <a:gd name="connsiteY5" fmla="*/ 2279376 h 2279376"/>
              <a:gd name="connsiteX6" fmla="*/ 0 w 2276475"/>
              <a:gd name="connsiteY6" fmla="*/ 1139688 h 2279376"/>
              <a:gd name="connsiteX7" fmla="*/ 1139688 w 2276475"/>
              <a:gd name="connsiteY7" fmla="*/ 0 h 2279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6475" h="2279376">
                <a:moveTo>
                  <a:pt x="1139688" y="0"/>
                </a:moveTo>
                <a:cubicBezTo>
                  <a:pt x="1729781" y="0"/>
                  <a:pt x="2215129" y="448467"/>
                  <a:pt x="2273492" y="1023162"/>
                </a:cubicBezTo>
                <a:lnTo>
                  <a:pt x="2276475" y="1082237"/>
                </a:lnTo>
                <a:lnTo>
                  <a:pt x="2276475" y="1197139"/>
                </a:lnTo>
                <a:lnTo>
                  <a:pt x="2273492" y="1256215"/>
                </a:lnTo>
                <a:cubicBezTo>
                  <a:pt x="2215129" y="1830909"/>
                  <a:pt x="1729781" y="2279376"/>
                  <a:pt x="1139688" y="2279376"/>
                </a:cubicBezTo>
                <a:cubicBezTo>
                  <a:pt x="510256" y="2279376"/>
                  <a:pt x="0" y="1769120"/>
                  <a:pt x="0" y="1139688"/>
                </a:cubicBezTo>
                <a:cubicBezTo>
                  <a:pt x="0" y="510256"/>
                  <a:pt x="510256" y="0"/>
                  <a:pt x="1139688" y="0"/>
                </a:cubicBezTo>
                <a:close/>
              </a:path>
            </a:pathLst>
          </a:custGeom>
        </p:spPr>
        <p:txBody>
          <a:bodyPr wrap="square" anchor="t">
            <a:noAutofit/>
          </a:bodyPr>
          <a:lstStyle>
            <a:lvl1pPr marL="0" indent="0" algn="ctr">
              <a:buNone/>
              <a:defRPr sz="1200" b="0"/>
            </a:lvl1pPr>
          </a:lstStyle>
          <a:p>
            <a:r>
              <a:rPr lang="en-US"/>
              <a:t>Add Picture</a:t>
            </a:r>
          </a:p>
        </p:txBody>
      </p:sp>
    </p:spTree>
    <p:extLst>
      <p:ext uri="{BB962C8B-B14F-4D97-AF65-F5344CB8AC3E}">
        <p14:creationId xmlns:p14="http://schemas.microsoft.com/office/powerpoint/2010/main" val="1750890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Side Image + Text 2">
    <p:bg>
      <p:bgRef idx="1001">
        <a:schemeClr val="bg1"/>
      </p:bgRef>
    </p:bg>
    <p:spTree>
      <p:nvGrpSpPr>
        <p:cNvPr id="1" name=""/>
        <p:cNvGrpSpPr/>
        <p:nvPr/>
      </p:nvGrpSpPr>
      <p:grpSpPr>
        <a:xfrm>
          <a:off x="0" y="0"/>
          <a:ext cx="0" cy="0"/>
          <a:chOff x="0" y="0"/>
          <a:chExt cx="0" cy="0"/>
        </a:xfrm>
      </p:grpSpPr>
      <p:sp>
        <p:nvSpPr>
          <p:cNvPr id="4" name="Content Placeholder 4"/>
          <p:cNvSpPr>
            <a:spLocks noGrp="1"/>
          </p:cNvSpPr>
          <p:nvPr>
            <p:ph sz="quarter" idx="12" hasCustomPrompt="1"/>
          </p:nvPr>
        </p:nvSpPr>
        <p:spPr>
          <a:xfrm>
            <a:off x="5152292" y="1438192"/>
            <a:ext cx="6201508" cy="4637293"/>
          </a:xfrm>
          <a:prstGeom prst="rect">
            <a:avLst/>
          </a:prstGeom>
        </p:spPr>
        <p:txBody>
          <a:bodyPr/>
          <a:lstStyle>
            <a:lvl1pPr marL="0" indent="0">
              <a:buNone/>
              <a:defRPr sz="140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4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2" name="Title 1"/>
          <p:cNvSpPr>
            <a:spLocks noGrp="1"/>
          </p:cNvSpPr>
          <p:nvPr>
            <p:ph type="title" hasCustomPrompt="1"/>
          </p:nvPr>
        </p:nvSpPr>
        <p:spPr>
          <a:xfrm>
            <a:off x="5152292" y="737081"/>
            <a:ext cx="6201508" cy="509172"/>
          </a:xfrm>
          <a:prstGeom prst="rect">
            <a:avLst/>
          </a:prstGeom>
        </p:spPr>
        <p:txBody>
          <a:bodyPr/>
          <a:lstStyle>
            <a:lvl1pPr>
              <a:defRPr sz="2400" b="1" baseline="0">
                <a:solidFill>
                  <a:schemeClr val="tx1"/>
                </a:solidFill>
                <a:latin typeface="Arial" panose="020B0604020202020204" pitchFamily="34" charset="0"/>
                <a:cs typeface="Arial" panose="020B0604020202020204" pitchFamily="34" charset="0"/>
              </a:defRPr>
            </a:lvl1pPr>
          </a:lstStyle>
          <a:p>
            <a:r>
              <a:rPr lang="en-US" dirty="0"/>
              <a:t>Insert Title Here</a:t>
            </a:r>
          </a:p>
        </p:txBody>
      </p:sp>
      <p:sp>
        <p:nvSpPr>
          <p:cNvPr id="5" name="Content Placeholder 4">
            <a:extLst>
              <a:ext uri="{FF2B5EF4-FFF2-40B4-BE49-F238E27FC236}">
                <a16:creationId xmlns:a16="http://schemas.microsoft.com/office/drawing/2014/main" id="{4F580357-D1B8-FDBB-3C68-97D0DC777788}"/>
              </a:ext>
            </a:extLst>
          </p:cNvPr>
          <p:cNvSpPr>
            <a:spLocks noGrp="1"/>
          </p:cNvSpPr>
          <p:nvPr>
            <p:ph sz="quarter" idx="13" hasCustomPrompt="1"/>
          </p:nvPr>
        </p:nvSpPr>
        <p:spPr>
          <a:xfrm>
            <a:off x="457200" y="736600"/>
            <a:ext cx="4276725" cy="5338763"/>
          </a:xfrm>
          <a:prstGeom prst="rect">
            <a:avLst/>
          </a:prstGeom>
        </p:spPr>
        <p:txBody>
          <a:bodyPr/>
          <a:lstStyle>
            <a:lvl1pPr marL="0" indent="0">
              <a:buNone/>
              <a:defRPr sz="1400"/>
            </a:lvl1pPr>
          </a:lstStyle>
          <a:p>
            <a:pPr lvl="0"/>
            <a:r>
              <a:rPr lang="en-US"/>
              <a:t>Add content</a:t>
            </a:r>
          </a:p>
        </p:txBody>
      </p:sp>
    </p:spTree>
    <p:extLst>
      <p:ext uri="{BB962C8B-B14F-4D97-AF65-F5344CB8AC3E}">
        <p14:creationId xmlns:p14="http://schemas.microsoft.com/office/powerpoint/2010/main" val="39448346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Graphic + Text">
    <p:bg>
      <p:bgRef idx="1001">
        <a:schemeClr val="bg1"/>
      </p:bgRef>
    </p:bg>
    <p:spTree>
      <p:nvGrpSpPr>
        <p:cNvPr id="1" name=""/>
        <p:cNvGrpSpPr/>
        <p:nvPr/>
      </p:nvGrpSpPr>
      <p:grpSpPr>
        <a:xfrm>
          <a:off x="0" y="0"/>
          <a:ext cx="0" cy="0"/>
          <a:chOff x="0" y="0"/>
          <a:chExt cx="0" cy="0"/>
        </a:xfrm>
      </p:grpSpPr>
      <p:sp>
        <p:nvSpPr>
          <p:cNvPr id="4" name="Content Placeholder 4"/>
          <p:cNvSpPr>
            <a:spLocks noGrp="1"/>
          </p:cNvSpPr>
          <p:nvPr>
            <p:ph sz="quarter" idx="12" hasCustomPrompt="1"/>
          </p:nvPr>
        </p:nvSpPr>
        <p:spPr>
          <a:xfrm>
            <a:off x="504094" y="5566312"/>
            <a:ext cx="11078306" cy="624937"/>
          </a:xfrm>
          <a:prstGeom prst="rect">
            <a:avLst/>
          </a:prstGeom>
        </p:spPr>
        <p:txBody>
          <a:bodyPr/>
          <a:lstStyle>
            <a:lvl1pPr marL="0" indent="0">
              <a:buNone/>
              <a:defRPr sz="1400" i="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short graph description</a:t>
            </a:r>
          </a:p>
        </p:txBody>
      </p:sp>
      <p:sp>
        <p:nvSpPr>
          <p:cNvPr id="2" name="Title 1"/>
          <p:cNvSpPr>
            <a:spLocks noGrp="1"/>
          </p:cNvSpPr>
          <p:nvPr>
            <p:ph type="title" hasCustomPrompt="1"/>
          </p:nvPr>
        </p:nvSpPr>
        <p:spPr>
          <a:xfrm>
            <a:off x="504094" y="556106"/>
            <a:ext cx="11078306" cy="509172"/>
          </a:xfrm>
          <a:prstGeom prst="rect">
            <a:avLst/>
          </a:prstGeom>
        </p:spPr>
        <p:txBody>
          <a:bodyPr/>
          <a:lstStyle>
            <a:lvl1pPr>
              <a:defRPr sz="2400" b="1" baseline="0">
                <a:solidFill>
                  <a:schemeClr val="tx1"/>
                </a:solidFill>
                <a:latin typeface="Arial" panose="020B0604020202020204" pitchFamily="34" charset="0"/>
                <a:cs typeface="Arial" panose="020B0604020202020204" pitchFamily="34" charset="0"/>
              </a:defRPr>
            </a:lvl1pPr>
          </a:lstStyle>
          <a:p>
            <a:r>
              <a:rPr lang="en-US"/>
              <a:t>Insert Title Here</a:t>
            </a:r>
          </a:p>
        </p:txBody>
      </p:sp>
      <p:sp>
        <p:nvSpPr>
          <p:cNvPr id="5" name="Content Placeholder 4">
            <a:extLst>
              <a:ext uri="{FF2B5EF4-FFF2-40B4-BE49-F238E27FC236}">
                <a16:creationId xmlns:a16="http://schemas.microsoft.com/office/drawing/2014/main" id="{3083B935-24EA-798D-54E9-68EB6729D528}"/>
              </a:ext>
            </a:extLst>
          </p:cNvPr>
          <p:cNvSpPr>
            <a:spLocks noGrp="1"/>
          </p:cNvSpPr>
          <p:nvPr>
            <p:ph sz="quarter" idx="13" hasCustomPrompt="1"/>
          </p:nvPr>
        </p:nvSpPr>
        <p:spPr>
          <a:xfrm>
            <a:off x="504094" y="1325070"/>
            <a:ext cx="11078306" cy="3981450"/>
          </a:xfrm>
          <a:prstGeom prst="rect">
            <a:avLst/>
          </a:prstGeom>
        </p:spPr>
        <p:txBody>
          <a:bodyPr/>
          <a:lstStyle>
            <a:lvl1pPr marL="0" indent="0">
              <a:buNone/>
              <a:defRPr sz="1600"/>
            </a:lvl1pPr>
            <a:lvl2pPr>
              <a:defRPr sz="1400"/>
            </a:lvl2pPr>
            <a:lvl3pPr>
              <a:defRPr sz="1400"/>
            </a:lvl3pPr>
            <a:lvl4pPr>
              <a:defRPr sz="1400"/>
            </a:lvl4pPr>
            <a:lvl5pPr>
              <a:defRPr sz="1400"/>
            </a:lvl5pPr>
          </a:lstStyle>
          <a:p>
            <a:pPr lvl="0"/>
            <a:r>
              <a:rPr lang="en-US"/>
              <a:t>Add content</a:t>
            </a:r>
          </a:p>
        </p:txBody>
      </p:sp>
    </p:spTree>
    <p:extLst>
      <p:ext uri="{BB962C8B-B14F-4D97-AF65-F5344CB8AC3E}">
        <p14:creationId xmlns:p14="http://schemas.microsoft.com/office/powerpoint/2010/main" val="20121281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Header + Text">
    <p:bg>
      <p:bgRef idx="1001">
        <a:schemeClr val="bg1"/>
      </p:bgRef>
    </p:bg>
    <p:spTree>
      <p:nvGrpSpPr>
        <p:cNvPr id="1" name=""/>
        <p:cNvGrpSpPr/>
        <p:nvPr/>
      </p:nvGrpSpPr>
      <p:grpSpPr>
        <a:xfrm>
          <a:off x="0" y="0"/>
          <a:ext cx="0" cy="0"/>
          <a:chOff x="0" y="0"/>
          <a:chExt cx="0" cy="0"/>
        </a:xfrm>
      </p:grpSpPr>
      <p:pic>
        <p:nvPicPr>
          <p:cNvPr id="8" name="Picture 7" descr="A blue and green background&#10;&#10;Description automatically generated">
            <a:extLst>
              <a:ext uri="{FF2B5EF4-FFF2-40B4-BE49-F238E27FC236}">
                <a16:creationId xmlns:a16="http://schemas.microsoft.com/office/drawing/2014/main" id="{1FD5D341-F241-B607-A386-38E7E3CD6DA9}"/>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val="0"/>
              </a:ext>
            </a:extLst>
          </a:blip>
          <a:srcRect t="32832" b="39228"/>
          <a:stretch/>
        </p:blipFill>
        <p:spPr>
          <a:xfrm>
            <a:off x="0" y="0"/>
            <a:ext cx="12192000" cy="1916143"/>
          </a:xfrm>
          <a:prstGeom prst="rect">
            <a:avLst/>
          </a:prstGeom>
        </p:spPr>
      </p:pic>
      <p:sp>
        <p:nvSpPr>
          <p:cNvPr id="10" name="Slide Number Placeholder 2">
            <a:extLst>
              <a:ext uri="{FF2B5EF4-FFF2-40B4-BE49-F238E27FC236}">
                <a16:creationId xmlns:a16="http://schemas.microsoft.com/office/drawing/2014/main" id="{4A7FDE30-390C-F42E-C628-7DD3D1CA3C83}"/>
              </a:ext>
            </a:extLst>
          </p:cNvPr>
          <p:cNvSpPr txBox="1">
            <a:spLocks/>
          </p:cNvSpPr>
          <p:nvPr userDrawn="1"/>
        </p:nvSpPr>
        <p:spPr>
          <a:xfrm>
            <a:off x="8849739" y="16192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l"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www.everforthapex.com</a:t>
            </a:r>
          </a:p>
        </p:txBody>
      </p:sp>
      <p:sp>
        <p:nvSpPr>
          <p:cNvPr id="2" name="Content Placeholder 4">
            <a:extLst>
              <a:ext uri="{FF2B5EF4-FFF2-40B4-BE49-F238E27FC236}">
                <a16:creationId xmlns:a16="http://schemas.microsoft.com/office/drawing/2014/main" id="{154C3DFB-A5DF-DE6C-56C5-3A51E63D48AB}"/>
              </a:ext>
            </a:extLst>
          </p:cNvPr>
          <p:cNvSpPr>
            <a:spLocks noGrp="1"/>
          </p:cNvSpPr>
          <p:nvPr>
            <p:ph sz="quarter" idx="12" hasCustomPrompt="1"/>
          </p:nvPr>
        </p:nvSpPr>
        <p:spPr>
          <a:xfrm>
            <a:off x="507447" y="2157782"/>
            <a:ext cx="11074953" cy="3850240"/>
          </a:xfrm>
          <a:prstGeom prst="rect">
            <a:avLst/>
          </a:prstGeom>
        </p:spPr>
        <p:txBody>
          <a:bodyPr/>
          <a:lstStyle>
            <a:lvl1pPr marL="0" indent="0">
              <a:buNone/>
              <a:defRPr sz="1400" i="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3" name="Title 1">
            <a:extLst>
              <a:ext uri="{FF2B5EF4-FFF2-40B4-BE49-F238E27FC236}">
                <a16:creationId xmlns:a16="http://schemas.microsoft.com/office/drawing/2014/main" id="{3D9007A1-3908-244A-DCFA-32F250DD894C}"/>
              </a:ext>
            </a:extLst>
          </p:cNvPr>
          <p:cNvSpPr>
            <a:spLocks noGrp="1"/>
          </p:cNvSpPr>
          <p:nvPr>
            <p:ph type="title" hasCustomPrompt="1"/>
          </p:nvPr>
        </p:nvSpPr>
        <p:spPr>
          <a:xfrm>
            <a:off x="507447" y="1284377"/>
            <a:ext cx="5293519" cy="482120"/>
          </a:xfrm>
          <a:prstGeom prst="rect">
            <a:avLst/>
          </a:prstGeom>
        </p:spPr>
        <p:txBody>
          <a:bodyPr/>
          <a:lstStyle>
            <a:lvl1pPr>
              <a:defRPr sz="2400" b="1" baseline="0">
                <a:solidFill>
                  <a:schemeClr val="bg2"/>
                </a:solidFill>
                <a:latin typeface="Arial" panose="020B0604020202020204" pitchFamily="34" charset="0"/>
                <a:cs typeface="Arial" panose="020B0604020202020204" pitchFamily="34" charset="0"/>
              </a:defRPr>
            </a:lvl1pPr>
          </a:lstStyle>
          <a:p>
            <a:r>
              <a:rPr lang="en-US"/>
              <a:t>Insert Title Here</a:t>
            </a:r>
          </a:p>
        </p:txBody>
      </p:sp>
    </p:spTree>
    <p:extLst>
      <p:ext uri="{BB962C8B-B14F-4D97-AF65-F5344CB8AC3E}">
        <p14:creationId xmlns:p14="http://schemas.microsoft.com/office/powerpoint/2010/main" val="35158779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Quot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A019D95-C0B8-AE22-ADAE-5E0E1F641E0D}"/>
              </a:ext>
            </a:extLst>
          </p:cNvPr>
          <p:cNvSpPr>
            <a:spLocks noGrp="1"/>
          </p:cNvSpPr>
          <p:nvPr>
            <p:ph type="pic" sz="quarter" idx="16" hasCustomPrompt="1"/>
          </p:nvPr>
        </p:nvSpPr>
        <p:spPr>
          <a:xfrm>
            <a:off x="0" y="0"/>
            <a:ext cx="12192000" cy="6362700"/>
          </a:xfrm>
          <a:prstGeom prst="rect">
            <a:avLst/>
          </a:prstGeom>
        </p:spPr>
        <p:txBody>
          <a:bodyPr/>
          <a:lstStyle>
            <a:lvl1pPr marL="0" indent="0">
              <a:buNone/>
              <a:defRPr sz="1400"/>
            </a:lvl1pPr>
          </a:lstStyle>
          <a:p>
            <a:r>
              <a:rPr lang="en-US"/>
              <a:t>Add Picture</a:t>
            </a:r>
          </a:p>
        </p:txBody>
      </p:sp>
      <p:sp>
        <p:nvSpPr>
          <p:cNvPr id="8" name="Content Placeholder 4"/>
          <p:cNvSpPr>
            <a:spLocks noGrp="1"/>
          </p:cNvSpPr>
          <p:nvPr>
            <p:ph sz="quarter" idx="15" hasCustomPrompt="1"/>
          </p:nvPr>
        </p:nvSpPr>
        <p:spPr>
          <a:xfrm>
            <a:off x="6734176" y="3752850"/>
            <a:ext cx="4848224" cy="2431411"/>
          </a:xfrm>
          <a:prstGeom prst="rect">
            <a:avLst/>
          </a:prstGeom>
        </p:spPr>
        <p:txBody>
          <a:bodyPr/>
          <a:lstStyle>
            <a:lvl1pPr marL="0" indent="0">
              <a:buNone/>
              <a:defRPr sz="1400">
                <a:solidFill>
                  <a:schemeClr val="tx1"/>
                </a:solidFill>
                <a:latin typeface="+mn-lt"/>
                <a:cs typeface="Arial" panose="020B0604020202020204" pitchFamily="34" charset="0"/>
              </a:defRPr>
            </a:lvl1pPr>
            <a:lvl2pPr marL="742950" indent="-285750">
              <a:buClr>
                <a:schemeClr val="accent2"/>
              </a:buClr>
              <a:buFont typeface="Arial" panose="020B0604020202020204" pitchFamily="34" charset="0"/>
              <a:buChar char="•"/>
              <a:defRPr lang="en-US" sz="1600" kern="1200" dirty="0">
                <a:solidFill>
                  <a:schemeClr val="tx1"/>
                </a:solidFill>
                <a:latin typeface="+mn-lt"/>
                <a:ea typeface="+mn-ea"/>
                <a:cs typeface="Arial" panose="020B0604020202020204" pitchFamily="34" charset="0"/>
              </a:defRPr>
            </a:lvl2pPr>
            <a:lvl3pPr marL="1200150" indent="-285750">
              <a:buClr>
                <a:schemeClr val="accent2"/>
              </a:buClr>
              <a:buFont typeface="Wingdings" panose="05000000000000000000" pitchFamily="2" charset="2"/>
              <a:buChar char="§"/>
              <a:defRPr lang="en-US" sz="1400" kern="1200" dirty="0">
                <a:solidFill>
                  <a:schemeClr val="tx1"/>
                </a:solidFill>
                <a:latin typeface="+mn-lt"/>
                <a:ea typeface="+mn-ea"/>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Tree>
    <p:extLst>
      <p:ext uri="{BB962C8B-B14F-4D97-AF65-F5344CB8AC3E}">
        <p14:creationId xmlns:p14="http://schemas.microsoft.com/office/powerpoint/2010/main" val="2837132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Brief Intro">
    <p:bg>
      <p:bgRef idx="1001">
        <a:schemeClr val="bg1"/>
      </p:bgRef>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3F9CFF7A-4F25-F514-5EEF-1AA64E06038C}"/>
              </a:ext>
            </a:extLst>
          </p:cNvPr>
          <p:cNvSpPr>
            <a:spLocks noGrp="1"/>
          </p:cNvSpPr>
          <p:nvPr>
            <p:ph type="pic" sz="quarter" idx="17" hasCustomPrompt="1"/>
          </p:nvPr>
        </p:nvSpPr>
        <p:spPr>
          <a:xfrm>
            <a:off x="4801691" y="-1"/>
            <a:ext cx="7382311" cy="6858001"/>
          </a:xfrm>
          <a:custGeom>
            <a:avLst/>
            <a:gdLst>
              <a:gd name="connsiteX0" fmla="*/ 0 w 7382311"/>
              <a:gd name="connsiteY0" fmla="*/ 0 h 6856182"/>
              <a:gd name="connsiteX1" fmla="*/ 7382311 w 7382311"/>
              <a:gd name="connsiteY1" fmla="*/ 1 h 6856182"/>
              <a:gd name="connsiteX2" fmla="*/ 7382310 w 7382311"/>
              <a:gd name="connsiteY2" fmla="*/ 6856182 h 6856182"/>
              <a:gd name="connsiteX3" fmla="*/ 2581453 w 7382311"/>
              <a:gd name="connsiteY3" fmla="*/ 6856182 h 6856182"/>
            </a:gdLst>
            <a:ahLst/>
            <a:cxnLst>
              <a:cxn ang="0">
                <a:pos x="connsiteX0" y="connsiteY0"/>
              </a:cxn>
              <a:cxn ang="0">
                <a:pos x="connsiteX1" y="connsiteY1"/>
              </a:cxn>
              <a:cxn ang="0">
                <a:pos x="connsiteX2" y="connsiteY2"/>
              </a:cxn>
              <a:cxn ang="0">
                <a:pos x="connsiteX3" y="connsiteY3"/>
              </a:cxn>
            </a:cxnLst>
            <a:rect l="l" t="t" r="r" b="b"/>
            <a:pathLst>
              <a:path w="7382311" h="6856182">
                <a:moveTo>
                  <a:pt x="0" y="0"/>
                </a:moveTo>
                <a:lnTo>
                  <a:pt x="7382311" y="1"/>
                </a:lnTo>
                <a:lnTo>
                  <a:pt x="7382310" y="6856182"/>
                </a:lnTo>
                <a:lnTo>
                  <a:pt x="2581453" y="6856182"/>
                </a:lnTo>
                <a:close/>
              </a:path>
            </a:pathLst>
          </a:custGeom>
        </p:spPr>
        <p:txBody>
          <a:bodyPr wrap="square" anchor="t">
            <a:noAutofit/>
          </a:bodyPr>
          <a:lstStyle>
            <a:lvl1pPr marL="0" indent="0" algn="r">
              <a:buNone/>
              <a:defRPr sz="1400" b="0"/>
            </a:lvl1pPr>
          </a:lstStyle>
          <a:p>
            <a:r>
              <a:rPr lang="en-US"/>
              <a:t>Add Picture</a:t>
            </a:r>
          </a:p>
        </p:txBody>
      </p:sp>
      <p:sp>
        <p:nvSpPr>
          <p:cNvPr id="5" name="Title 7">
            <a:extLst>
              <a:ext uri="{FF2B5EF4-FFF2-40B4-BE49-F238E27FC236}">
                <a16:creationId xmlns:a16="http://schemas.microsoft.com/office/drawing/2014/main" id="{EACE2B06-0626-54F3-F950-D53DF75FA1A7}"/>
              </a:ext>
            </a:extLst>
          </p:cNvPr>
          <p:cNvSpPr>
            <a:spLocks noGrp="1"/>
          </p:cNvSpPr>
          <p:nvPr>
            <p:ph type="title" hasCustomPrompt="1"/>
          </p:nvPr>
        </p:nvSpPr>
        <p:spPr>
          <a:xfrm>
            <a:off x="372392" y="2259012"/>
            <a:ext cx="4485716" cy="412387"/>
          </a:xfrm>
          <a:prstGeom prst="rect">
            <a:avLst/>
          </a:prstGeom>
        </p:spPr>
        <p:txBody>
          <a:bodyPr/>
          <a:lstStyle>
            <a:lvl1pPr>
              <a:defRPr sz="2400" b="1"/>
            </a:lvl1pPr>
          </a:lstStyle>
          <a:p>
            <a:r>
              <a:rPr lang="en-US"/>
              <a:t>Add Title</a:t>
            </a:r>
          </a:p>
        </p:txBody>
      </p:sp>
      <p:sp>
        <p:nvSpPr>
          <p:cNvPr id="6" name="Text Placeholder 16">
            <a:extLst>
              <a:ext uri="{FF2B5EF4-FFF2-40B4-BE49-F238E27FC236}">
                <a16:creationId xmlns:a16="http://schemas.microsoft.com/office/drawing/2014/main" id="{F2302475-5B7F-F273-FC12-C967B06B23F7}"/>
              </a:ext>
            </a:extLst>
          </p:cNvPr>
          <p:cNvSpPr>
            <a:spLocks noGrp="1"/>
          </p:cNvSpPr>
          <p:nvPr>
            <p:ph type="body" sz="quarter" idx="11" hasCustomPrompt="1"/>
          </p:nvPr>
        </p:nvSpPr>
        <p:spPr>
          <a:xfrm>
            <a:off x="372392" y="2855913"/>
            <a:ext cx="5307013" cy="3325812"/>
          </a:xfrm>
          <a:prstGeom prst="rect">
            <a:avLst/>
          </a:prstGeom>
        </p:spPr>
        <p:txBody>
          <a:bodyPr/>
          <a:lstStyle>
            <a:lvl1pPr marL="0" indent="0">
              <a:buNone/>
              <a:defRPr sz="1400"/>
            </a:lvl1pPr>
            <a:lvl2pPr marL="457200" indent="0">
              <a:buNone/>
              <a:defRPr sz="1400"/>
            </a:lvl2pPr>
            <a:lvl3pPr>
              <a:defRPr sz="1400"/>
            </a:lvl3pPr>
            <a:lvl4pPr>
              <a:defRPr sz="1400"/>
            </a:lvl4pPr>
            <a:lvl5pPr>
              <a:defRPr sz="1400"/>
            </a:lvl5pPr>
          </a:lstStyle>
          <a:p>
            <a:pPr lvl="0"/>
            <a:r>
              <a:rPr lang="en-US"/>
              <a:t>Click to edit text</a:t>
            </a:r>
          </a:p>
        </p:txBody>
      </p:sp>
    </p:spTree>
    <p:extLst>
      <p:ext uri="{BB962C8B-B14F-4D97-AF65-F5344CB8AC3E}">
        <p14:creationId xmlns:p14="http://schemas.microsoft.com/office/powerpoint/2010/main" val="36303535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Side Image + Text 2">
    <p:bg>
      <p:bgRef idx="1001">
        <a:schemeClr val="bg1"/>
      </p:bgRef>
    </p:bg>
    <p:spTree>
      <p:nvGrpSpPr>
        <p:cNvPr id="1" name=""/>
        <p:cNvGrpSpPr/>
        <p:nvPr/>
      </p:nvGrpSpPr>
      <p:grpSpPr>
        <a:xfrm>
          <a:off x="0" y="0"/>
          <a:ext cx="0" cy="0"/>
          <a:chOff x="0" y="0"/>
          <a:chExt cx="0" cy="0"/>
        </a:xfrm>
      </p:grpSpPr>
      <p:sp>
        <p:nvSpPr>
          <p:cNvPr id="4" name="Content Placeholder 4"/>
          <p:cNvSpPr>
            <a:spLocks noGrp="1"/>
          </p:cNvSpPr>
          <p:nvPr>
            <p:ph sz="quarter" idx="12" hasCustomPrompt="1"/>
          </p:nvPr>
        </p:nvSpPr>
        <p:spPr>
          <a:xfrm>
            <a:off x="504093" y="1401794"/>
            <a:ext cx="6201508" cy="4637293"/>
          </a:xfrm>
          <a:prstGeom prst="rect">
            <a:avLst/>
          </a:prstGeom>
        </p:spPr>
        <p:txBody>
          <a:bodyPr/>
          <a:lstStyle>
            <a:lvl1pPr marL="0" indent="0">
              <a:buNone/>
              <a:defRPr sz="140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4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2" name="Title 1"/>
          <p:cNvSpPr>
            <a:spLocks noGrp="1"/>
          </p:cNvSpPr>
          <p:nvPr>
            <p:ph type="title" hasCustomPrompt="1"/>
          </p:nvPr>
        </p:nvSpPr>
        <p:spPr>
          <a:xfrm>
            <a:off x="504093" y="700683"/>
            <a:ext cx="6201508" cy="509172"/>
          </a:xfrm>
          <a:prstGeom prst="rect">
            <a:avLst/>
          </a:prstGeom>
        </p:spPr>
        <p:txBody>
          <a:bodyPr/>
          <a:lstStyle>
            <a:lvl1pPr>
              <a:defRPr sz="2400" b="1" baseline="0">
                <a:solidFill>
                  <a:schemeClr val="tx1"/>
                </a:solidFill>
                <a:latin typeface="Arial" panose="020B0604020202020204" pitchFamily="34" charset="0"/>
                <a:cs typeface="Arial" panose="020B0604020202020204" pitchFamily="34" charset="0"/>
              </a:defRPr>
            </a:lvl1pPr>
          </a:lstStyle>
          <a:p>
            <a:r>
              <a:rPr lang="en-US"/>
              <a:t>Insert Title Here</a:t>
            </a:r>
          </a:p>
        </p:txBody>
      </p:sp>
      <p:sp>
        <p:nvSpPr>
          <p:cNvPr id="5" name="Content Placeholder 4">
            <a:extLst>
              <a:ext uri="{FF2B5EF4-FFF2-40B4-BE49-F238E27FC236}">
                <a16:creationId xmlns:a16="http://schemas.microsoft.com/office/drawing/2014/main" id="{4F580357-D1B8-FDBB-3C68-97D0DC777788}"/>
              </a:ext>
            </a:extLst>
          </p:cNvPr>
          <p:cNvSpPr>
            <a:spLocks noGrp="1"/>
          </p:cNvSpPr>
          <p:nvPr>
            <p:ph sz="quarter" idx="13" hasCustomPrompt="1"/>
          </p:nvPr>
        </p:nvSpPr>
        <p:spPr>
          <a:xfrm>
            <a:off x="7200168" y="700683"/>
            <a:ext cx="4276725" cy="5338763"/>
          </a:xfrm>
          <a:prstGeom prst="rect">
            <a:avLst/>
          </a:prstGeom>
        </p:spPr>
        <p:txBody>
          <a:bodyPr/>
          <a:lstStyle>
            <a:lvl1pPr marL="0" indent="0">
              <a:buNone/>
              <a:defRPr sz="1400"/>
            </a:lvl1pPr>
          </a:lstStyle>
          <a:p>
            <a:pPr lvl="0"/>
            <a:r>
              <a:rPr lang="en-US"/>
              <a:t>Add content</a:t>
            </a:r>
          </a:p>
        </p:txBody>
      </p:sp>
      <p:sp>
        <p:nvSpPr>
          <p:cNvPr id="3" name="Slide Number Placeholder 2">
            <a:extLst>
              <a:ext uri="{FF2B5EF4-FFF2-40B4-BE49-F238E27FC236}">
                <a16:creationId xmlns:a16="http://schemas.microsoft.com/office/drawing/2014/main" id="{E7CD9302-9332-D5E5-62A6-587BDE32B80C}"/>
              </a:ext>
            </a:extLst>
          </p:cNvPr>
          <p:cNvSpPr txBox="1">
            <a:spLocks/>
          </p:cNvSpPr>
          <p:nvPr userDrawn="1"/>
        </p:nvSpPr>
        <p:spPr>
          <a:xfrm>
            <a:off x="11279798" y="6343550"/>
            <a:ext cx="523875"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r" defTabSz="914269" rtl="0" eaLnBrk="1" fontAlgn="base" latinLnBrk="0" hangingPunct="1">
              <a:lnSpc>
                <a:spcPct val="100000"/>
              </a:lnSpc>
              <a:spcBef>
                <a:spcPct val="0"/>
              </a:spcBef>
              <a:spcAft>
                <a:spcPct val="0"/>
              </a:spcAft>
              <a:buClrTx/>
              <a:buSzTx/>
              <a:buFontTx/>
              <a:buNone/>
              <a:tabLst/>
              <a:defRPr/>
            </a:pPr>
            <a:fld id="{7145EE91-F0AA-4244-95F3-9F4DFB676A82}" type="slidenum">
              <a:rPr kumimoji="0" lang="en-US" sz="9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pPr marL="0" marR="0" lvl="0" indent="0" algn="r" defTabSz="914269" rtl="0" eaLnBrk="1" fontAlgn="base" latinLnBrk="0" hangingPunct="1">
                <a:lnSpc>
                  <a:spcPct val="100000"/>
                </a:lnSpc>
                <a:spcBef>
                  <a:spcPct val="0"/>
                </a:spcBef>
                <a:spcAft>
                  <a:spcPct val="0"/>
                </a:spcAft>
                <a:buClrTx/>
                <a:buSzTx/>
                <a:buFontTx/>
                <a:buNone/>
                <a:tabLst/>
                <a:defRPr/>
              </a:pPr>
              <a:t>‹#›</a:t>
            </a:fld>
            <a:endParaRPr kumimoji="0" lang="en-US" sz="9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19697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Circle Image + Text">
    <p:bg>
      <p:bgRef idx="1001">
        <a:schemeClr val="bg1"/>
      </p:bgRef>
    </p:bg>
    <p:spTree>
      <p:nvGrpSpPr>
        <p:cNvPr id="1" name=""/>
        <p:cNvGrpSpPr/>
        <p:nvPr/>
      </p:nvGrpSpPr>
      <p:grpSpPr>
        <a:xfrm>
          <a:off x="0" y="0"/>
          <a:ext cx="0" cy="0"/>
          <a:chOff x="0" y="0"/>
          <a:chExt cx="0" cy="0"/>
        </a:xfrm>
      </p:grpSpPr>
      <p:pic>
        <p:nvPicPr>
          <p:cNvPr id="3" name="Picture 2" descr="A blue and green background&#10;&#10;Description automatically generated">
            <a:extLst>
              <a:ext uri="{FF2B5EF4-FFF2-40B4-BE49-F238E27FC236}">
                <a16:creationId xmlns:a16="http://schemas.microsoft.com/office/drawing/2014/main" id="{CDA995E0-1512-BEC5-4679-DEAD1BCA7E3D}"/>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l="31078" r="41266" b="127"/>
          <a:stretch/>
        </p:blipFill>
        <p:spPr>
          <a:xfrm>
            <a:off x="8815847" y="1"/>
            <a:ext cx="3376153" cy="6857999"/>
          </a:xfrm>
          <a:custGeom>
            <a:avLst/>
            <a:gdLst>
              <a:gd name="connsiteX0" fmla="*/ 0 w 3371850"/>
              <a:gd name="connsiteY0" fmla="*/ 0 h 6849259"/>
              <a:gd name="connsiteX1" fmla="*/ 3371850 w 3371850"/>
              <a:gd name="connsiteY1" fmla="*/ 0 h 6849259"/>
              <a:gd name="connsiteX2" fmla="*/ 3371850 w 3371850"/>
              <a:gd name="connsiteY2" fmla="*/ 6849259 h 6849259"/>
              <a:gd name="connsiteX3" fmla="*/ 0 w 3371850"/>
              <a:gd name="connsiteY3" fmla="*/ 6849259 h 6849259"/>
              <a:gd name="connsiteX4" fmla="*/ 0 w 3371850"/>
              <a:gd name="connsiteY4" fmla="*/ 5715633 h 6849259"/>
              <a:gd name="connsiteX5" fmla="*/ 190024 w 3371850"/>
              <a:gd name="connsiteY5" fmla="*/ 5744634 h 6849259"/>
              <a:gd name="connsiteX6" fmla="*/ 428624 w 3371850"/>
              <a:gd name="connsiteY6" fmla="*/ 5756682 h 6849259"/>
              <a:gd name="connsiteX7" fmla="*/ 2762250 w 3371850"/>
              <a:gd name="connsiteY7" fmla="*/ 3423056 h 6849259"/>
              <a:gd name="connsiteX8" fmla="*/ 428624 w 3371850"/>
              <a:gd name="connsiteY8" fmla="*/ 1089430 h 6849259"/>
              <a:gd name="connsiteX9" fmla="*/ 190024 w 3371850"/>
              <a:gd name="connsiteY9" fmla="*/ 1101478 h 6849259"/>
              <a:gd name="connsiteX10" fmla="*/ 0 w 3371850"/>
              <a:gd name="connsiteY10" fmla="*/ 1130479 h 684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1850" h="6849259">
                <a:moveTo>
                  <a:pt x="0" y="0"/>
                </a:moveTo>
                <a:lnTo>
                  <a:pt x="3371850" y="0"/>
                </a:lnTo>
                <a:lnTo>
                  <a:pt x="3371850" y="6849259"/>
                </a:lnTo>
                <a:lnTo>
                  <a:pt x="0" y="6849259"/>
                </a:lnTo>
                <a:lnTo>
                  <a:pt x="0" y="5715633"/>
                </a:lnTo>
                <a:lnTo>
                  <a:pt x="190024" y="5744634"/>
                </a:lnTo>
                <a:cubicBezTo>
                  <a:pt x="268474" y="5752601"/>
                  <a:pt x="348072" y="5756682"/>
                  <a:pt x="428624" y="5756682"/>
                </a:cubicBezTo>
                <a:cubicBezTo>
                  <a:pt x="1717450" y="5756682"/>
                  <a:pt x="2762250" y="4711882"/>
                  <a:pt x="2762250" y="3423056"/>
                </a:cubicBezTo>
                <a:cubicBezTo>
                  <a:pt x="2762250" y="2134230"/>
                  <a:pt x="1717450" y="1089430"/>
                  <a:pt x="428624" y="1089430"/>
                </a:cubicBezTo>
                <a:cubicBezTo>
                  <a:pt x="348072" y="1089430"/>
                  <a:pt x="268474" y="1093511"/>
                  <a:pt x="190024" y="1101478"/>
                </a:cubicBezTo>
                <a:lnTo>
                  <a:pt x="0" y="1130479"/>
                </a:lnTo>
                <a:close/>
              </a:path>
            </a:pathLst>
          </a:custGeom>
        </p:spPr>
      </p:pic>
      <p:sp>
        <p:nvSpPr>
          <p:cNvPr id="5" name="Content Placeholder 4">
            <a:extLst>
              <a:ext uri="{FF2B5EF4-FFF2-40B4-BE49-F238E27FC236}">
                <a16:creationId xmlns:a16="http://schemas.microsoft.com/office/drawing/2014/main" id="{E3633AB1-50EE-C5E6-773B-5FA7F4132EEB}"/>
              </a:ext>
            </a:extLst>
          </p:cNvPr>
          <p:cNvSpPr>
            <a:spLocks noGrp="1"/>
          </p:cNvSpPr>
          <p:nvPr>
            <p:ph sz="quarter" idx="12" hasCustomPrompt="1"/>
          </p:nvPr>
        </p:nvSpPr>
        <p:spPr>
          <a:xfrm>
            <a:off x="507204" y="1495184"/>
            <a:ext cx="5722145" cy="4539213"/>
          </a:xfrm>
          <a:prstGeom prst="rect">
            <a:avLst/>
          </a:prstGeom>
        </p:spPr>
        <p:txBody>
          <a:bodyPr/>
          <a:lstStyle>
            <a:lvl1pPr marL="0" indent="0">
              <a:buNone/>
              <a:defRPr sz="1400" i="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6" name="Title 1">
            <a:extLst>
              <a:ext uri="{FF2B5EF4-FFF2-40B4-BE49-F238E27FC236}">
                <a16:creationId xmlns:a16="http://schemas.microsoft.com/office/drawing/2014/main" id="{A775D55F-29A8-A0FD-4D9C-E2F47F4EEC65}"/>
              </a:ext>
            </a:extLst>
          </p:cNvPr>
          <p:cNvSpPr>
            <a:spLocks noGrp="1"/>
          </p:cNvSpPr>
          <p:nvPr>
            <p:ph type="title" hasCustomPrompt="1"/>
          </p:nvPr>
        </p:nvSpPr>
        <p:spPr>
          <a:xfrm>
            <a:off x="507206" y="753267"/>
            <a:ext cx="5293519" cy="482120"/>
          </a:xfrm>
          <a:prstGeom prst="rect">
            <a:avLst/>
          </a:prstGeom>
        </p:spPr>
        <p:txBody>
          <a:bodyPr/>
          <a:lstStyle>
            <a:lvl1pPr>
              <a:defRPr sz="2400" b="1" baseline="0">
                <a:solidFill>
                  <a:schemeClr val="tx1"/>
                </a:solidFill>
                <a:latin typeface="Arial" panose="020B0604020202020204" pitchFamily="34" charset="0"/>
                <a:cs typeface="Arial" panose="020B0604020202020204" pitchFamily="34" charset="0"/>
              </a:defRPr>
            </a:lvl1pPr>
          </a:lstStyle>
          <a:p>
            <a:r>
              <a:rPr lang="en-US"/>
              <a:t>Insert Title Here</a:t>
            </a:r>
          </a:p>
        </p:txBody>
      </p:sp>
      <p:sp>
        <p:nvSpPr>
          <p:cNvPr id="9" name="Picture Placeholder 25">
            <a:extLst>
              <a:ext uri="{FF2B5EF4-FFF2-40B4-BE49-F238E27FC236}">
                <a16:creationId xmlns:a16="http://schemas.microsoft.com/office/drawing/2014/main" id="{2E095BDA-14D6-E32D-E502-59B2AFFBC4F7}"/>
              </a:ext>
            </a:extLst>
          </p:cNvPr>
          <p:cNvSpPr>
            <a:spLocks noGrp="1"/>
          </p:cNvSpPr>
          <p:nvPr>
            <p:ph type="pic" sz="quarter" idx="13" hasCustomPrompt="1"/>
          </p:nvPr>
        </p:nvSpPr>
        <p:spPr>
          <a:xfrm>
            <a:off x="7099070" y="1270555"/>
            <a:ext cx="4299408" cy="4299408"/>
          </a:xfrm>
          <a:custGeom>
            <a:avLst/>
            <a:gdLst>
              <a:gd name="connsiteX0" fmla="*/ 2047875 w 4095750"/>
              <a:gd name="connsiteY0" fmla="*/ 0 h 4095750"/>
              <a:gd name="connsiteX1" fmla="*/ 4095750 w 4095750"/>
              <a:gd name="connsiteY1" fmla="*/ 2047875 h 4095750"/>
              <a:gd name="connsiteX2" fmla="*/ 2047875 w 4095750"/>
              <a:gd name="connsiteY2" fmla="*/ 4095750 h 4095750"/>
              <a:gd name="connsiteX3" fmla="*/ 0 w 4095750"/>
              <a:gd name="connsiteY3" fmla="*/ 2047875 h 4095750"/>
              <a:gd name="connsiteX4" fmla="*/ 2047875 w 4095750"/>
              <a:gd name="connsiteY4" fmla="*/ 0 h 409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5750" h="4095750">
                <a:moveTo>
                  <a:pt x="2047875" y="0"/>
                </a:moveTo>
                <a:cubicBezTo>
                  <a:pt x="3178885" y="0"/>
                  <a:pt x="4095750" y="916865"/>
                  <a:pt x="4095750" y="2047875"/>
                </a:cubicBezTo>
                <a:cubicBezTo>
                  <a:pt x="4095750" y="3178885"/>
                  <a:pt x="3178885" y="4095750"/>
                  <a:pt x="2047875" y="4095750"/>
                </a:cubicBezTo>
                <a:cubicBezTo>
                  <a:pt x="916865" y="4095750"/>
                  <a:pt x="0" y="3178885"/>
                  <a:pt x="0" y="2047875"/>
                </a:cubicBezTo>
                <a:cubicBezTo>
                  <a:pt x="0" y="916865"/>
                  <a:pt x="916865" y="0"/>
                  <a:pt x="2047875" y="0"/>
                </a:cubicBezTo>
                <a:close/>
              </a:path>
            </a:pathLst>
          </a:custGeom>
        </p:spPr>
        <p:txBody>
          <a:bodyPr wrap="square" anchor="t">
            <a:noAutofit/>
          </a:bodyPr>
          <a:lstStyle>
            <a:lvl1pPr marL="0" indent="0" algn="ctr">
              <a:buNone/>
              <a:defRPr sz="1400" b="0"/>
            </a:lvl1pPr>
          </a:lstStyle>
          <a:p>
            <a:r>
              <a:rPr lang="en-US"/>
              <a:t>Add picture</a:t>
            </a:r>
          </a:p>
        </p:txBody>
      </p:sp>
    </p:spTree>
    <p:extLst>
      <p:ext uri="{BB962C8B-B14F-4D97-AF65-F5344CB8AC3E}">
        <p14:creationId xmlns:p14="http://schemas.microsoft.com/office/powerpoint/2010/main" val="10291676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Side info + Text Box">
    <p:bg>
      <p:bgRef idx="1001">
        <a:schemeClr val="bg1"/>
      </p:bgRef>
    </p:bg>
    <p:spTree>
      <p:nvGrpSpPr>
        <p:cNvPr id="1" name=""/>
        <p:cNvGrpSpPr/>
        <p:nvPr/>
      </p:nvGrpSpPr>
      <p:grpSpPr>
        <a:xfrm>
          <a:off x="0" y="0"/>
          <a:ext cx="0" cy="0"/>
          <a:chOff x="0" y="0"/>
          <a:chExt cx="0" cy="0"/>
        </a:xfrm>
      </p:grpSpPr>
      <p:pic>
        <p:nvPicPr>
          <p:cNvPr id="5" name="Picture 4" descr="A blue and green background&#10;&#10;Description automatically generated">
            <a:extLst>
              <a:ext uri="{FF2B5EF4-FFF2-40B4-BE49-F238E27FC236}">
                <a16:creationId xmlns:a16="http://schemas.microsoft.com/office/drawing/2014/main" id="{E174ECAB-C9F3-7411-3273-0C0F447965DA}"/>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l="31546" r="45000"/>
          <a:stretch/>
        </p:blipFill>
        <p:spPr>
          <a:xfrm>
            <a:off x="9332536" y="0"/>
            <a:ext cx="2859464" cy="6858000"/>
          </a:xfrm>
          <a:prstGeom prst="rect">
            <a:avLst/>
          </a:prstGeom>
        </p:spPr>
      </p:pic>
      <p:sp>
        <p:nvSpPr>
          <p:cNvPr id="4" name="Content Placeholder 4"/>
          <p:cNvSpPr>
            <a:spLocks noGrp="1"/>
          </p:cNvSpPr>
          <p:nvPr>
            <p:ph sz="quarter" idx="12" hasCustomPrompt="1"/>
          </p:nvPr>
        </p:nvSpPr>
        <p:spPr>
          <a:xfrm>
            <a:off x="503545" y="1476491"/>
            <a:ext cx="8350309" cy="4358739"/>
          </a:xfrm>
          <a:prstGeom prst="rect">
            <a:avLst/>
          </a:prstGeom>
        </p:spPr>
        <p:txBody>
          <a:bodyPr/>
          <a:lstStyle>
            <a:lvl1pPr marL="0" indent="0">
              <a:buNone/>
              <a:defRPr sz="1400" i="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2" name="Title 1"/>
          <p:cNvSpPr>
            <a:spLocks noGrp="1"/>
          </p:cNvSpPr>
          <p:nvPr>
            <p:ph type="title" hasCustomPrompt="1"/>
          </p:nvPr>
        </p:nvSpPr>
        <p:spPr>
          <a:xfrm>
            <a:off x="503545" y="788435"/>
            <a:ext cx="8350309" cy="482120"/>
          </a:xfrm>
          <a:prstGeom prst="rect">
            <a:avLst/>
          </a:prstGeom>
        </p:spPr>
        <p:txBody>
          <a:bodyPr/>
          <a:lstStyle>
            <a:lvl1pPr>
              <a:defRPr sz="2400" b="1" baseline="0">
                <a:solidFill>
                  <a:schemeClr val="tx1"/>
                </a:solidFill>
                <a:latin typeface="Arial" panose="020B0604020202020204" pitchFamily="34" charset="0"/>
                <a:cs typeface="Arial" panose="020B0604020202020204" pitchFamily="34" charset="0"/>
              </a:defRPr>
            </a:lvl1pPr>
          </a:lstStyle>
          <a:p>
            <a:r>
              <a:rPr lang="en-US"/>
              <a:t>Insert Title Here</a:t>
            </a:r>
          </a:p>
        </p:txBody>
      </p:sp>
      <p:sp>
        <p:nvSpPr>
          <p:cNvPr id="13" name="Content Placeholder 4">
            <a:extLst>
              <a:ext uri="{FF2B5EF4-FFF2-40B4-BE49-F238E27FC236}">
                <a16:creationId xmlns:a16="http://schemas.microsoft.com/office/drawing/2014/main" id="{56C66E6F-753C-ED22-F1EA-B0222367D6E1}"/>
              </a:ext>
            </a:extLst>
          </p:cNvPr>
          <p:cNvSpPr>
            <a:spLocks noGrp="1"/>
          </p:cNvSpPr>
          <p:nvPr>
            <p:ph sz="quarter" idx="13" hasCustomPrompt="1"/>
          </p:nvPr>
        </p:nvSpPr>
        <p:spPr>
          <a:xfrm>
            <a:off x="9710737" y="368300"/>
            <a:ext cx="2181225" cy="5981700"/>
          </a:xfrm>
          <a:prstGeom prst="rect">
            <a:avLst/>
          </a:prstGeom>
        </p:spPr>
        <p:txBody>
          <a:bodyPr/>
          <a:lstStyle>
            <a:lvl1pPr marL="0" indent="0">
              <a:buNone/>
              <a:defRPr sz="1100" i="0" baseline="0">
                <a:solidFill>
                  <a:schemeClr val="bg2"/>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additional text</a:t>
            </a:r>
          </a:p>
        </p:txBody>
      </p:sp>
    </p:spTree>
    <p:extLst>
      <p:ext uri="{BB962C8B-B14F-4D97-AF65-F5344CB8AC3E}">
        <p14:creationId xmlns:p14="http://schemas.microsoft.com/office/powerpoint/2010/main" val="15092087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 Concept Display">
    <p:bg>
      <p:bgRef idx="1001">
        <a:schemeClr val="bg1"/>
      </p:bgRef>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8FFFA9A-6CE7-7BC1-0407-A36698011CB9}"/>
              </a:ext>
            </a:extLst>
          </p:cNvPr>
          <p:cNvSpPr>
            <a:spLocks noGrp="1"/>
          </p:cNvSpPr>
          <p:nvPr>
            <p:ph type="pic" sz="quarter" idx="17" hasCustomPrompt="1"/>
          </p:nvPr>
        </p:nvSpPr>
        <p:spPr>
          <a:xfrm>
            <a:off x="4370845" y="0"/>
            <a:ext cx="7821155" cy="6858000"/>
          </a:xfrm>
          <a:custGeom>
            <a:avLst/>
            <a:gdLst>
              <a:gd name="connsiteX0" fmla="*/ 7256294 w 7256294"/>
              <a:gd name="connsiteY0" fmla="*/ 0 h 6362700"/>
              <a:gd name="connsiteX1" fmla="*/ 7256294 w 7256294"/>
              <a:gd name="connsiteY1" fmla="*/ 6362700 h 6362700"/>
              <a:gd name="connsiteX2" fmla="*/ 0 w 7256294"/>
              <a:gd name="connsiteY2" fmla="*/ 6362700 h 6362700"/>
              <a:gd name="connsiteX3" fmla="*/ 2408624 w 7256294"/>
              <a:gd name="connsiteY3" fmla="*/ 0 h 6362700"/>
            </a:gdLst>
            <a:ahLst/>
            <a:cxnLst>
              <a:cxn ang="0">
                <a:pos x="connsiteX0" y="connsiteY0"/>
              </a:cxn>
              <a:cxn ang="0">
                <a:pos x="connsiteX1" y="connsiteY1"/>
              </a:cxn>
              <a:cxn ang="0">
                <a:pos x="connsiteX2" y="connsiteY2"/>
              </a:cxn>
              <a:cxn ang="0">
                <a:pos x="connsiteX3" y="connsiteY3"/>
              </a:cxn>
            </a:cxnLst>
            <a:rect l="l" t="t" r="r" b="b"/>
            <a:pathLst>
              <a:path w="7256294" h="6362700">
                <a:moveTo>
                  <a:pt x="7256294" y="0"/>
                </a:moveTo>
                <a:lnTo>
                  <a:pt x="7256294" y="6362700"/>
                </a:lnTo>
                <a:lnTo>
                  <a:pt x="0" y="6362700"/>
                </a:lnTo>
                <a:lnTo>
                  <a:pt x="2408624" y="0"/>
                </a:lnTo>
                <a:close/>
              </a:path>
            </a:pathLst>
          </a:custGeom>
        </p:spPr>
        <p:txBody>
          <a:bodyPr wrap="square" anchor="t">
            <a:noAutofit/>
          </a:bodyPr>
          <a:lstStyle>
            <a:lvl1pPr marL="0" indent="0" algn="r">
              <a:buNone/>
              <a:defRPr sz="1400" b="0"/>
            </a:lvl1pPr>
          </a:lstStyle>
          <a:p>
            <a:r>
              <a:rPr lang="en-US"/>
              <a:t>Add Picture</a:t>
            </a:r>
          </a:p>
        </p:txBody>
      </p:sp>
      <p:sp>
        <p:nvSpPr>
          <p:cNvPr id="8" name="Rectangle 7">
            <a:extLst>
              <a:ext uri="{FF2B5EF4-FFF2-40B4-BE49-F238E27FC236}">
                <a16:creationId xmlns:a16="http://schemas.microsoft.com/office/drawing/2014/main" id="{DABA8202-9939-4731-6A4E-9043F8D46C8D}"/>
              </a:ext>
            </a:extLst>
          </p:cNvPr>
          <p:cNvSpPr/>
          <p:nvPr userDrawn="1"/>
        </p:nvSpPr>
        <p:spPr>
          <a:xfrm>
            <a:off x="8820150" y="200024"/>
            <a:ext cx="2781300" cy="282095"/>
          </a:xfrm>
          <a:prstGeom prst="rect">
            <a:avLst/>
          </a:prstGeom>
          <a:solidFill>
            <a:schemeClr val="bg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err="1"/>
          </a:p>
        </p:txBody>
      </p:sp>
      <p:sp>
        <p:nvSpPr>
          <p:cNvPr id="5" name="Title 7">
            <a:extLst>
              <a:ext uri="{FF2B5EF4-FFF2-40B4-BE49-F238E27FC236}">
                <a16:creationId xmlns:a16="http://schemas.microsoft.com/office/drawing/2014/main" id="{EACE2B06-0626-54F3-F950-D53DF75FA1A7}"/>
              </a:ext>
            </a:extLst>
          </p:cNvPr>
          <p:cNvSpPr>
            <a:spLocks noGrp="1"/>
          </p:cNvSpPr>
          <p:nvPr>
            <p:ph type="title" hasCustomPrompt="1"/>
          </p:nvPr>
        </p:nvSpPr>
        <p:spPr>
          <a:xfrm>
            <a:off x="524434" y="658812"/>
            <a:ext cx="5885891" cy="412387"/>
          </a:xfrm>
          <a:prstGeom prst="rect">
            <a:avLst/>
          </a:prstGeom>
        </p:spPr>
        <p:txBody>
          <a:bodyPr/>
          <a:lstStyle>
            <a:lvl1pPr>
              <a:defRPr sz="2400" b="1"/>
            </a:lvl1pPr>
          </a:lstStyle>
          <a:p>
            <a:r>
              <a:rPr lang="en-US"/>
              <a:t>Add Title</a:t>
            </a:r>
          </a:p>
        </p:txBody>
      </p:sp>
      <p:sp>
        <p:nvSpPr>
          <p:cNvPr id="6" name="Text Placeholder 16">
            <a:extLst>
              <a:ext uri="{FF2B5EF4-FFF2-40B4-BE49-F238E27FC236}">
                <a16:creationId xmlns:a16="http://schemas.microsoft.com/office/drawing/2014/main" id="{F2302475-5B7F-F273-FC12-C967B06B23F7}"/>
              </a:ext>
            </a:extLst>
          </p:cNvPr>
          <p:cNvSpPr>
            <a:spLocks noGrp="1"/>
          </p:cNvSpPr>
          <p:nvPr>
            <p:ph type="body" sz="quarter" idx="11" hasCustomPrompt="1"/>
          </p:nvPr>
        </p:nvSpPr>
        <p:spPr>
          <a:xfrm>
            <a:off x="501650" y="1255713"/>
            <a:ext cx="5307013" cy="725487"/>
          </a:xfrm>
          <a:prstGeom prst="rect">
            <a:avLst/>
          </a:prstGeom>
        </p:spPr>
        <p:txBody>
          <a:bodyPr/>
          <a:lstStyle>
            <a:lvl1pPr marL="0" indent="0">
              <a:buNone/>
              <a:defRPr sz="1400"/>
            </a:lvl1pPr>
            <a:lvl2pPr marL="457200" indent="0">
              <a:buNone/>
              <a:defRPr sz="1400"/>
            </a:lvl2pPr>
            <a:lvl3pPr>
              <a:defRPr sz="1400"/>
            </a:lvl3pPr>
            <a:lvl4pPr>
              <a:defRPr sz="1400"/>
            </a:lvl4pPr>
            <a:lvl5pPr>
              <a:defRPr sz="1400"/>
            </a:lvl5pPr>
          </a:lstStyle>
          <a:p>
            <a:pPr lvl="0"/>
            <a:r>
              <a:rPr lang="en-US"/>
              <a:t>Click to edit text</a:t>
            </a:r>
          </a:p>
        </p:txBody>
      </p:sp>
      <p:sp>
        <p:nvSpPr>
          <p:cNvPr id="9" name="Text Placeholder 17">
            <a:extLst>
              <a:ext uri="{FF2B5EF4-FFF2-40B4-BE49-F238E27FC236}">
                <a16:creationId xmlns:a16="http://schemas.microsoft.com/office/drawing/2014/main" id="{EC03DC74-3E57-1361-03DA-30E93E288ACC}"/>
              </a:ext>
            </a:extLst>
          </p:cNvPr>
          <p:cNvSpPr>
            <a:spLocks noGrp="1"/>
          </p:cNvSpPr>
          <p:nvPr>
            <p:ph type="body" sz="quarter" idx="14" hasCustomPrompt="1"/>
          </p:nvPr>
        </p:nvSpPr>
        <p:spPr>
          <a:xfrm>
            <a:off x="1685365" y="2380140"/>
            <a:ext cx="5665694" cy="669922"/>
          </a:xfrm>
          <a:prstGeom prst="rect">
            <a:avLst/>
          </a:prstGeom>
        </p:spPr>
        <p:txBody>
          <a:bodyPr/>
          <a:lstStyle>
            <a:lvl1pPr marL="0" indent="0">
              <a:buNone/>
              <a:defRPr sz="1400">
                <a:solidFill>
                  <a:schemeClr val="tx1"/>
                </a:solidFill>
              </a:defRPr>
            </a:lvl1pPr>
          </a:lstStyle>
          <a:p>
            <a:pPr lvl="0"/>
            <a:r>
              <a:rPr lang="en-US"/>
              <a:t>Click to edit text</a:t>
            </a:r>
          </a:p>
        </p:txBody>
      </p:sp>
      <p:sp>
        <p:nvSpPr>
          <p:cNvPr id="10" name="Text Placeholder 17">
            <a:extLst>
              <a:ext uri="{FF2B5EF4-FFF2-40B4-BE49-F238E27FC236}">
                <a16:creationId xmlns:a16="http://schemas.microsoft.com/office/drawing/2014/main" id="{5B406F41-DE44-0429-9D6C-DACAACC13D15}"/>
              </a:ext>
            </a:extLst>
          </p:cNvPr>
          <p:cNvSpPr>
            <a:spLocks noGrp="1"/>
          </p:cNvSpPr>
          <p:nvPr>
            <p:ph type="body" sz="quarter" idx="15" hasCustomPrompt="1"/>
          </p:nvPr>
        </p:nvSpPr>
        <p:spPr>
          <a:xfrm>
            <a:off x="1685365" y="3428023"/>
            <a:ext cx="5665694" cy="669922"/>
          </a:xfrm>
          <a:prstGeom prst="rect">
            <a:avLst/>
          </a:prstGeom>
        </p:spPr>
        <p:txBody>
          <a:bodyPr/>
          <a:lstStyle>
            <a:lvl1pPr marL="0" indent="0">
              <a:buNone/>
              <a:defRPr sz="1400">
                <a:solidFill>
                  <a:schemeClr val="tx1"/>
                </a:solidFill>
              </a:defRPr>
            </a:lvl1pPr>
          </a:lstStyle>
          <a:p>
            <a:pPr lvl="0"/>
            <a:r>
              <a:rPr lang="en-US"/>
              <a:t>Click to edit text</a:t>
            </a:r>
          </a:p>
        </p:txBody>
      </p:sp>
      <p:sp>
        <p:nvSpPr>
          <p:cNvPr id="11" name="Text Placeholder 17">
            <a:extLst>
              <a:ext uri="{FF2B5EF4-FFF2-40B4-BE49-F238E27FC236}">
                <a16:creationId xmlns:a16="http://schemas.microsoft.com/office/drawing/2014/main" id="{0BD654E0-CD3A-213B-6D8E-5593D95A46D3}"/>
              </a:ext>
            </a:extLst>
          </p:cNvPr>
          <p:cNvSpPr>
            <a:spLocks noGrp="1"/>
          </p:cNvSpPr>
          <p:nvPr>
            <p:ph type="body" sz="quarter" idx="16" hasCustomPrompt="1"/>
          </p:nvPr>
        </p:nvSpPr>
        <p:spPr>
          <a:xfrm>
            <a:off x="1685365" y="4465730"/>
            <a:ext cx="5665694" cy="669922"/>
          </a:xfrm>
          <a:prstGeom prst="rect">
            <a:avLst/>
          </a:prstGeom>
        </p:spPr>
        <p:txBody>
          <a:bodyPr/>
          <a:lstStyle>
            <a:lvl1pPr marL="0" indent="0">
              <a:buNone/>
              <a:defRPr sz="1400">
                <a:solidFill>
                  <a:schemeClr val="tx1"/>
                </a:solidFill>
              </a:defRPr>
            </a:lvl1pPr>
          </a:lstStyle>
          <a:p>
            <a:pPr lvl="0"/>
            <a:r>
              <a:rPr lang="en-US"/>
              <a:t>Click to edit text</a:t>
            </a:r>
          </a:p>
        </p:txBody>
      </p:sp>
    </p:spTree>
    <p:extLst>
      <p:ext uri="{BB962C8B-B14F-4D97-AF65-F5344CB8AC3E}">
        <p14:creationId xmlns:p14="http://schemas.microsoft.com/office/powerpoint/2010/main" val="40790931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reaker slide 1">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6FD654-47F0-208B-BAB4-0191E7282D6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3" name="Text Placeholder 15">
            <a:extLst>
              <a:ext uri="{FF2B5EF4-FFF2-40B4-BE49-F238E27FC236}">
                <a16:creationId xmlns:a16="http://schemas.microsoft.com/office/drawing/2014/main" id="{4692787E-0972-BF81-0D21-8ECDCAB23068}"/>
              </a:ext>
            </a:extLst>
          </p:cNvPr>
          <p:cNvSpPr>
            <a:spLocks noGrp="1"/>
          </p:cNvSpPr>
          <p:nvPr>
            <p:ph type="body" sz="quarter" idx="12" hasCustomPrompt="1"/>
          </p:nvPr>
        </p:nvSpPr>
        <p:spPr>
          <a:xfrm>
            <a:off x="476250" y="3746501"/>
            <a:ext cx="3683000" cy="609600"/>
          </a:xfrm>
          <a:prstGeom prst="rect">
            <a:avLst/>
          </a:prstGeom>
        </p:spPr>
        <p:txBody>
          <a:bodyPr/>
          <a:lstStyle>
            <a:lvl1pPr marL="0" indent="0">
              <a:buNone/>
              <a:defRPr sz="1800" b="0">
                <a:solidFill>
                  <a:schemeClr val="bg2"/>
                </a:solidFill>
              </a:defRPr>
            </a:lvl1pPr>
          </a:lstStyle>
          <a:p>
            <a:pPr lvl="0"/>
            <a:r>
              <a:rPr lang="en-US"/>
              <a:t>Add subtitle</a:t>
            </a:r>
          </a:p>
        </p:txBody>
      </p:sp>
      <p:sp>
        <p:nvSpPr>
          <p:cNvPr id="4" name="Text Placeholder 15">
            <a:extLst>
              <a:ext uri="{FF2B5EF4-FFF2-40B4-BE49-F238E27FC236}">
                <a16:creationId xmlns:a16="http://schemas.microsoft.com/office/drawing/2014/main" id="{758D2F95-5E7F-98D9-B267-DA4EF3EF01D1}"/>
              </a:ext>
            </a:extLst>
          </p:cNvPr>
          <p:cNvSpPr>
            <a:spLocks noGrp="1"/>
          </p:cNvSpPr>
          <p:nvPr>
            <p:ph type="body" sz="quarter" idx="11" hasCustomPrompt="1"/>
          </p:nvPr>
        </p:nvSpPr>
        <p:spPr>
          <a:xfrm>
            <a:off x="476250" y="2952750"/>
            <a:ext cx="3683000" cy="609600"/>
          </a:xfrm>
          <a:prstGeom prst="rect">
            <a:avLst/>
          </a:prstGeom>
        </p:spPr>
        <p:txBody>
          <a:bodyPr/>
          <a:lstStyle>
            <a:lvl1pPr marL="0" indent="0">
              <a:buNone/>
              <a:defRPr sz="3600" b="1">
                <a:solidFill>
                  <a:schemeClr val="bg2"/>
                </a:solidFill>
              </a:defRPr>
            </a:lvl1pPr>
          </a:lstStyle>
          <a:p>
            <a:pPr lvl="0"/>
            <a:r>
              <a:rPr lang="en-US"/>
              <a:t>Add Title</a:t>
            </a:r>
          </a:p>
        </p:txBody>
      </p:sp>
      <p:sp>
        <p:nvSpPr>
          <p:cNvPr id="5" name="Slide Number Placeholder 2">
            <a:extLst>
              <a:ext uri="{FF2B5EF4-FFF2-40B4-BE49-F238E27FC236}">
                <a16:creationId xmlns:a16="http://schemas.microsoft.com/office/drawing/2014/main" id="{B650E64C-47FA-B3EE-D221-19D3D90E4F04}"/>
              </a:ext>
            </a:extLst>
          </p:cNvPr>
          <p:cNvSpPr txBox="1">
            <a:spLocks/>
          </p:cNvSpPr>
          <p:nvPr userDrawn="1"/>
        </p:nvSpPr>
        <p:spPr>
          <a:xfrm>
            <a:off x="11279798" y="6343550"/>
            <a:ext cx="523875"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r" defTabSz="914269" rtl="0" eaLnBrk="1" fontAlgn="base" latinLnBrk="0" hangingPunct="1">
              <a:lnSpc>
                <a:spcPct val="100000"/>
              </a:lnSpc>
              <a:spcBef>
                <a:spcPct val="0"/>
              </a:spcBef>
              <a:spcAft>
                <a:spcPct val="0"/>
              </a:spcAft>
              <a:buClrTx/>
              <a:buSzTx/>
              <a:buFontTx/>
              <a:buNone/>
              <a:tabLst/>
              <a:defRPr/>
            </a:pPr>
            <a:fld id="{7145EE91-F0AA-4244-95F3-9F4DFB676A82}" type="slidenum">
              <a:rPr kumimoji="0" lang="en-US" sz="900" b="1" i="0" u="none" strike="noStrike" kern="1200" cap="none" spc="0" normalizeH="0" baseline="0" noProof="0" smtClean="0">
                <a:ln>
                  <a:noFill/>
                </a:ln>
                <a:solidFill>
                  <a:schemeClr val="bg2"/>
                </a:solidFill>
                <a:effectLst/>
                <a:uLnTx/>
                <a:uFillTx/>
                <a:latin typeface="Arial" panose="020B0604020202020204" pitchFamily="34" charset="0"/>
                <a:ea typeface="+mn-ea"/>
                <a:cs typeface="Arial" panose="020B0604020202020204" pitchFamily="34" charset="0"/>
              </a:rPr>
              <a:pPr marL="0" marR="0" lvl="0" indent="0" algn="r" defTabSz="914269" rtl="0" eaLnBrk="1" fontAlgn="base" latinLnBrk="0" hangingPunct="1">
                <a:lnSpc>
                  <a:spcPct val="100000"/>
                </a:lnSpc>
                <a:spcBef>
                  <a:spcPct val="0"/>
                </a:spcBef>
                <a:spcAft>
                  <a:spcPct val="0"/>
                </a:spcAft>
                <a:buClrTx/>
                <a:buSzTx/>
                <a:buFontTx/>
                <a:buNone/>
                <a:tabLst/>
                <a:defRPr/>
              </a:pPr>
              <a:t>‹#›</a:t>
            </a:fld>
            <a:endParaRPr kumimoji="0" lang="en-US" sz="900" b="1"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95461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 Circle image + Text Box 2">
    <p:bg>
      <p:bgPr>
        <a:solidFill>
          <a:schemeClr val="bg1"/>
        </a:solidFill>
        <a:effectLst/>
      </p:bgPr>
    </p:bg>
    <p:spTree>
      <p:nvGrpSpPr>
        <p:cNvPr id="1" name=""/>
        <p:cNvGrpSpPr/>
        <p:nvPr/>
      </p:nvGrpSpPr>
      <p:grpSpPr>
        <a:xfrm>
          <a:off x="0" y="0"/>
          <a:ext cx="0" cy="0"/>
          <a:chOff x="0" y="0"/>
          <a:chExt cx="0" cy="0"/>
        </a:xfrm>
      </p:grpSpPr>
      <p:pic>
        <p:nvPicPr>
          <p:cNvPr id="4" name="Picture 3" descr="A blue and green background&#10;&#10;Description automatically generated">
            <a:extLst>
              <a:ext uri="{FF2B5EF4-FFF2-40B4-BE49-F238E27FC236}">
                <a16:creationId xmlns:a16="http://schemas.microsoft.com/office/drawing/2014/main" id="{55F2683B-D935-08C5-C1EA-C2F3FBEA1A3D}"/>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l="31078" r="41266" b="127"/>
          <a:stretch/>
        </p:blipFill>
        <p:spPr>
          <a:xfrm flipH="1">
            <a:off x="-2" y="1"/>
            <a:ext cx="3376153" cy="6857999"/>
          </a:xfrm>
          <a:custGeom>
            <a:avLst/>
            <a:gdLst>
              <a:gd name="connsiteX0" fmla="*/ 0 w 3371850"/>
              <a:gd name="connsiteY0" fmla="*/ 0 h 6849259"/>
              <a:gd name="connsiteX1" fmla="*/ 3371850 w 3371850"/>
              <a:gd name="connsiteY1" fmla="*/ 0 h 6849259"/>
              <a:gd name="connsiteX2" fmla="*/ 3371850 w 3371850"/>
              <a:gd name="connsiteY2" fmla="*/ 6849259 h 6849259"/>
              <a:gd name="connsiteX3" fmla="*/ 0 w 3371850"/>
              <a:gd name="connsiteY3" fmla="*/ 6849259 h 6849259"/>
              <a:gd name="connsiteX4" fmla="*/ 0 w 3371850"/>
              <a:gd name="connsiteY4" fmla="*/ 5715633 h 6849259"/>
              <a:gd name="connsiteX5" fmla="*/ 190024 w 3371850"/>
              <a:gd name="connsiteY5" fmla="*/ 5744634 h 6849259"/>
              <a:gd name="connsiteX6" fmla="*/ 428624 w 3371850"/>
              <a:gd name="connsiteY6" fmla="*/ 5756682 h 6849259"/>
              <a:gd name="connsiteX7" fmla="*/ 2762250 w 3371850"/>
              <a:gd name="connsiteY7" fmla="*/ 3423056 h 6849259"/>
              <a:gd name="connsiteX8" fmla="*/ 428624 w 3371850"/>
              <a:gd name="connsiteY8" fmla="*/ 1089430 h 6849259"/>
              <a:gd name="connsiteX9" fmla="*/ 190024 w 3371850"/>
              <a:gd name="connsiteY9" fmla="*/ 1101478 h 6849259"/>
              <a:gd name="connsiteX10" fmla="*/ 0 w 3371850"/>
              <a:gd name="connsiteY10" fmla="*/ 1130479 h 684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1850" h="6849259">
                <a:moveTo>
                  <a:pt x="0" y="0"/>
                </a:moveTo>
                <a:lnTo>
                  <a:pt x="3371850" y="0"/>
                </a:lnTo>
                <a:lnTo>
                  <a:pt x="3371850" y="6849259"/>
                </a:lnTo>
                <a:lnTo>
                  <a:pt x="0" y="6849259"/>
                </a:lnTo>
                <a:lnTo>
                  <a:pt x="0" y="5715633"/>
                </a:lnTo>
                <a:lnTo>
                  <a:pt x="190024" y="5744634"/>
                </a:lnTo>
                <a:cubicBezTo>
                  <a:pt x="268474" y="5752601"/>
                  <a:pt x="348072" y="5756682"/>
                  <a:pt x="428624" y="5756682"/>
                </a:cubicBezTo>
                <a:cubicBezTo>
                  <a:pt x="1717450" y="5756682"/>
                  <a:pt x="2762250" y="4711882"/>
                  <a:pt x="2762250" y="3423056"/>
                </a:cubicBezTo>
                <a:cubicBezTo>
                  <a:pt x="2762250" y="2134230"/>
                  <a:pt x="1717450" y="1089430"/>
                  <a:pt x="428624" y="1089430"/>
                </a:cubicBezTo>
                <a:cubicBezTo>
                  <a:pt x="348072" y="1089430"/>
                  <a:pt x="268474" y="1093511"/>
                  <a:pt x="190024" y="1101478"/>
                </a:cubicBezTo>
                <a:lnTo>
                  <a:pt x="0" y="1130479"/>
                </a:lnTo>
                <a:close/>
              </a:path>
            </a:pathLst>
          </a:custGeom>
        </p:spPr>
      </p:pic>
      <p:sp>
        <p:nvSpPr>
          <p:cNvPr id="5" name="Picture Placeholder 25">
            <a:extLst>
              <a:ext uri="{FF2B5EF4-FFF2-40B4-BE49-F238E27FC236}">
                <a16:creationId xmlns:a16="http://schemas.microsoft.com/office/drawing/2014/main" id="{059508D9-AA39-116B-68DE-B4804D6F0361}"/>
              </a:ext>
            </a:extLst>
          </p:cNvPr>
          <p:cNvSpPr>
            <a:spLocks noGrp="1"/>
          </p:cNvSpPr>
          <p:nvPr>
            <p:ph type="pic" sz="quarter" idx="15" hasCustomPrompt="1"/>
          </p:nvPr>
        </p:nvSpPr>
        <p:spPr>
          <a:xfrm flipH="1">
            <a:off x="781736" y="1279296"/>
            <a:ext cx="4299408" cy="4299408"/>
          </a:xfrm>
          <a:custGeom>
            <a:avLst/>
            <a:gdLst>
              <a:gd name="connsiteX0" fmla="*/ 2047875 w 4095750"/>
              <a:gd name="connsiteY0" fmla="*/ 0 h 4095750"/>
              <a:gd name="connsiteX1" fmla="*/ 4095750 w 4095750"/>
              <a:gd name="connsiteY1" fmla="*/ 2047875 h 4095750"/>
              <a:gd name="connsiteX2" fmla="*/ 2047875 w 4095750"/>
              <a:gd name="connsiteY2" fmla="*/ 4095750 h 4095750"/>
              <a:gd name="connsiteX3" fmla="*/ 0 w 4095750"/>
              <a:gd name="connsiteY3" fmla="*/ 2047875 h 4095750"/>
              <a:gd name="connsiteX4" fmla="*/ 2047875 w 4095750"/>
              <a:gd name="connsiteY4" fmla="*/ 0 h 409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5750" h="4095750">
                <a:moveTo>
                  <a:pt x="2047875" y="0"/>
                </a:moveTo>
                <a:cubicBezTo>
                  <a:pt x="3178885" y="0"/>
                  <a:pt x="4095750" y="916865"/>
                  <a:pt x="4095750" y="2047875"/>
                </a:cubicBezTo>
                <a:cubicBezTo>
                  <a:pt x="4095750" y="3178885"/>
                  <a:pt x="3178885" y="4095750"/>
                  <a:pt x="2047875" y="4095750"/>
                </a:cubicBezTo>
                <a:cubicBezTo>
                  <a:pt x="916865" y="4095750"/>
                  <a:pt x="0" y="3178885"/>
                  <a:pt x="0" y="2047875"/>
                </a:cubicBezTo>
                <a:cubicBezTo>
                  <a:pt x="0" y="916865"/>
                  <a:pt x="916865" y="0"/>
                  <a:pt x="2047875" y="0"/>
                </a:cubicBezTo>
                <a:close/>
              </a:path>
            </a:pathLst>
          </a:custGeom>
        </p:spPr>
        <p:txBody>
          <a:bodyPr wrap="square" anchor="t">
            <a:noAutofit/>
          </a:bodyPr>
          <a:lstStyle>
            <a:lvl1pPr marL="0" indent="0" algn="ctr">
              <a:buNone/>
              <a:defRPr sz="1400" b="0"/>
            </a:lvl1pPr>
          </a:lstStyle>
          <a:p>
            <a:r>
              <a:rPr lang="en-US"/>
              <a:t>Add Picture</a:t>
            </a:r>
          </a:p>
        </p:txBody>
      </p:sp>
      <p:sp>
        <p:nvSpPr>
          <p:cNvPr id="7" name="Content Placeholder 4">
            <a:extLst>
              <a:ext uri="{FF2B5EF4-FFF2-40B4-BE49-F238E27FC236}">
                <a16:creationId xmlns:a16="http://schemas.microsoft.com/office/drawing/2014/main" id="{E361F197-FC7A-8F5D-6539-E631CF3C6E4B}"/>
              </a:ext>
            </a:extLst>
          </p:cNvPr>
          <p:cNvSpPr>
            <a:spLocks noGrp="1"/>
          </p:cNvSpPr>
          <p:nvPr>
            <p:ph sz="quarter" idx="12" hasCustomPrompt="1"/>
          </p:nvPr>
        </p:nvSpPr>
        <p:spPr>
          <a:xfrm>
            <a:off x="5646656" y="1492646"/>
            <a:ext cx="5935744" cy="4539213"/>
          </a:xfrm>
          <a:prstGeom prst="rect">
            <a:avLst/>
          </a:prstGeom>
        </p:spPr>
        <p:txBody>
          <a:bodyPr/>
          <a:lstStyle>
            <a:lvl1pPr marL="0" indent="0">
              <a:buNone/>
              <a:defRPr sz="1400" i="0" baseline="0">
                <a:solidFill>
                  <a:schemeClr val="tx1"/>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text</a:t>
            </a:r>
          </a:p>
        </p:txBody>
      </p:sp>
      <p:sp>
        <p:nvSpPr>
          <p:cNvPr id="8" name="Title 1">
            <a:extLst>
              <a:ext uri="{FF2B5EF4-FFF2-40B4-BE49-F238E27FC236}">
                <a16:creationId xmlns:a16="http://schemas.microsoft.com/office/drawing/2014/main" id="{49913DFE-BBF6-4508-0CD1-DEEFFC102CA2}"/>
              </a:ext>
            </a:extLst>
          </p:cNvPr>
          <p:cNvSpPr>
            <a:spLocks noGrp="1"/>
          </p:cNvSpPr>
          <p:nvPr>
            <p:ph type="title" hasCustomPrompt="1"/>
          </p:nvPr>
        </p:nvSpPr>
        <p:spPr>
          <a:xfrm>
            <a:off x="5611144" y="750729"/>
            <a:ext cx="5082093" cy="482120"/>
          </a:xfrm>
          <a:prstGeom prst="rect">
            <a:avLst/>
          </a:prstGeom>
        </p:spPr>
        <p:txBody>
          <a:bodyPr/>
          <a:lstStyle>
            <a:lvl1pPr>
              <a:defRPr sz="2400" b="1" baseline="0">
                <a:solidFill>
                  <a:schemeClr val="tx1"/>
                </a:solidFill>
                <a:latin typeface="Arial" panose="020B0604020202020204" pitchFamily="34" charset="0"/>
                <a:cs typeface="Arial" panose="020B0604020202020204" pitchFamily="34" charset="0"/>
              </a:defRPr>
            </a:lvl1pPr>
          </a:lstStyle>
          <a:p>
            <a:r>
              <a:rPr lang="en-US"/>
              <a:t>Insert Title Here</a:t>
            </a:r>
          </a:p>
        </p:txBody>
      </p:sp>
    </p:spTree>
    <p:extLst>
      <p:ext uri="{BB962C8B-B14F-4D97-AF65-F5344CB8AC3E}">
        <p14:creationId xmlns:p14="http://schemas.microsoft.com/office/powerpoint/2010/main" val="42058638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Side info + Graphic">
    <p:bg>
      <p:bgRef idx="1001">
        <a:schemeClr val="bg1"/>
      </p:bgRef>
    </p:bg>
    <p:spTree>
      <p:nvGrpSpPr>
        <p:cNvPr id="1" name=""/>
        <p:cNvGrpSpPr/>
        <p:nvPr/>
      </p:nvGrpSpPr>
      <p:grpSpPr>
        <a:xfrm>
          <a:off x="0" y="0"/>
          <a:ext cx="0" cy="0"/>
          <a:chOff x="0" y="0"/>
          <a:chExt cx="0" cy="0"/>
        </a:xfrm>
      </p:grpSpPr>
      <p:pic>
        <p:nvPicPr>
          <p:cNvPr id="5" name="Picture 4" descr="A blue and green background&#10;&#10;Description automatically generated">
            <a:extLst>
              <a:ext uri="{FF2B5EF4-FFF2-40B4-BE49-F238E27FC236}">
                <a16:creationId xmlns:a16="http://schemas.microsoft.com/office/drawing/2014/main" id="{E174ECAB-C9F3-7411-3273-0C0F447965DA}"/>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l="31546" r="41238"/>
          <a:stretch/>
        </p:blipFill>
        <p:spPr>
          <a:xfrm>
            <a:off x="-1" y="0"/>
            <a:ext cx="3318235" cy="6858000"/>
          </a:xfrm>
          <a:prstGeom prst="rect">
            <a:avLst/>
          </a:prstGeom>
        </p:spPr>
      </p:pic>
      <p:sp>
        <p:nvSpPr>
          <p:cNvPr id="2" name="Title 1"/>
          <p:cNvSpPr>
            <a:spLocks noGrp="1"/>
          </p:cNvSpPr>
          <p:nvPr>
            <p:ph type="title" hasCustomPrompt="1"/>
          </p:nvPr>
        </p:nvSpPr>
        <p:spPr>
          <a:xfrm>
            <a:off x="378201" y="567521"/>
            <a:ext cx="2487547" cy="1120922"/>
          </a:xfrm>
          <a:prstGeom prst="rect">
            <a:avLst/>
          </a:prstGeom>
        </p:spPr>
        <p:txBody>
          <a:bodyPr/>
          <a:lstStyle>
            <a:lvl1pPr>
              <a:defRPr sz="2400" b="1" baseline="0">
                <a:solidFill>
                  <a:schemeClr val="bg1"/>
                </a:solidFill>
                <a:latin typeface="Arial" panose="020B0604020202020204" pitchFamily="34" charset="0"/>
                <a:cs typeface="Arial" panose="020B0604020202020204" pitchFamily="34" charset="0"/>
              </a:defRPr>
            </a:lvl1pPr>
          </a:lstStyle>
          <a:p>
            <a:r>
              <a:rPr lang="en-US" dirty="0"/>
              <a:t>Insert Title</a:t>
            </a:r>
            <a:br>
              <a:rPr lang="en-US" dirty="0"/>
            </a:br>
            <a:r>
              <a:rPr lang="en-US" dirty="0"/>
              <a:t>Here</a:t>
            </a:r>
          </a:p>
        </p:txBody>
      </p:sp>
      <p:sp>
        <p:nvSpPr>
          <p:cNvPr id="13" name="Content Placeholder 4">
            <a:extLst>
              <a:ext uri="{FF2B5EF4-FFF2-40B4-BE49-F238E27FC236}">
                <a16:creationId xmlns:a16="http://schemas.microsoft.com/office/drawing/2014/main" id="{56C66E6F-753C-ED22-F1EA-B0222367D6E1}"/>
              </a:ext>
            </a:extLst>
          </p:cNvPr>
          <p:cNvSpPr>
            <a:spLocks noGrp="1"/>
          </p:cNvSpPr>
          <p:nvPr>
            <p:ph sz="quarter" idx="13" hasCustomPrompt="1"/>
          </p:nvPr>
        </p:nvSpPr>
        <p:spPr>
          <a:xfrm>
            <a:off x="378201" y="2055044"/>
            <a:ext cx="2487547" cy="4294956"/>
          </a:xfrm>
          <a:prstGeom prst="rect">
            <a:avLst/>
          </a:prstGeom>
        </p:spPr>
        <p:txBody>
          <a:bodyPr/>
          <a:lstStyle>
            <a:lvl1pPr marL="0" indent="0">
              <a:buNone/>
              <a:defRPr sz="1100" i="0" baseline="0">
                <a:solidFill>
                  <a:schemeClr val="bg2"/>
                </a:solidFill>
                <a:latin typeface="+mn-lt"/>
                <a:cs typeface="Arial" panose="020B0604020202020204" pitchFamily="34" charset="0"/>
              </a:defRPr>
            </a:lvl1pPr>
            <a:lvl2pPr marL="742950" indent="-285750">
              <a:buClr>
                <a:schemeClr val="accent3"/>
              </a:buClr>
              <a:buFont typeface="Wingdings" panose="05000000000000000000" pitchFamily="2" charset="2"/>
              <a:buChar char="§"/>
              <a:defRPr sz="1600" baseline="0">
                <a:solidFill>
                  <a:schemeClr val="tx1"/>
                </a:solidFill>
                <a:latin typeface="+mn-lt"/>
                <a:cs typeface="Arial" panose="020B0604020202020204" pitchFamily="34" charset="0"/>
              </a:defRPr>
            </a:lvl2pPr>
            <a:lvl3pPr marL="1200150" indent="-285750">
              <a:buClr>
                <a:schemeClr val="accent3"/>
              </a:buClr>
              <a:buFont typeface="Arial" panose="020B0604020202020204" pitchFamily="34" charset="0"/>
              <a:buChar char="•"/>
              <a:defRPr sz="1400" baseline="0">
                <a:solidFill>
                  <a:schemeClr val="tx1"/>
                </a:solidFill>
                <a:latin typeface="+mn-lt"/>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a:t>Add additional text</a:t>
            </a:r>
          </a:p>
        </p:txBody>
      </p:sp>
      <p:sp>
        <p:nvSpPr>
          <p:cNvPr id="6" name="Content Placeholder 5">
            <a:extLst>
              <a:ext uri="{FF2B5EF4-FFF2-40B4-BE49-F238E27FC236}">
                <a16:creationId xmlns:a16="http://schemas.microsoft.com/office/drawing/2014/main" id="{F82043D4-B774-521D-FC59-31DAF94CA53B}"/>
              </a:ext>
            </a:extLst>
          </p:cNvPr>
          <p:cNvSpPr>
            <a:spLocks noGrp="1"/>
          </p:cNvSpPr>
          <p:nvPr>
            <p:ph sz="quarter" idx="14" hasCustomPrompt="1"/>
          </p:nvPr>
        </p:nvSpPr>
        <p:spPr>
          <a:xfrm>
            <a:off x="3506788" y="566738"/>
            <a:ext cx="8228012" cy="5783262"/>
          </a:xfrm>
          <a:prstGeom prst="rect">
            <a:avLst/>
          </a:prstGeom>
        </p:spPr>
        <p:txBody>
          <a:bodyPr anchor="t"/>
          <a:lstStyle>
            <a:lvl1pPr marL="0" indent="0" algn="ctr">
              <a:buNone/>
              <a:defRPr sz="1400" b="0"/>
            </a:lvl1pPr>
          </a:lstStyle>
          <a:p>
            <a:pPr lvl="0"/>
            <a:r>
              <a:rPr lang="en-US"/>
              <a:t>Add content</a:t>
            </a:r>
          </a:p>
        </p:txBody>
      </p:sp>
    </p:spTree>
    <p:extLst>
      <p:ext uri="{BB962C8B-B14F-4D97-AF65-F5344CB8AC3E}">
        <p14:creationId xmlns:p14="http://schemas.microsoft.com/office/powerpoint/2010/main" val="26510976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io template">
    <p:bg>
      <p:bgRef idx="1001">
        <a:schemeClr val="bg1"/>
      </p:bgRef>
    </p:bg>
    <p:spTree>
      <p:nvGrpSpPr>
        <p:cNvPr id="1" name=""/>
        <p:cNvGrpSpPr/>
        <p:nvPr/>
      </p:nvGrpSpPr>
      <p:grpSpPr>
        <a:xfrm>
          <a:off x="0" y="0"/>
          <a:ext cx="0" cy="0"/>
          <a:chOff x="0" y="0"/>
          <a:chExt cx="0" cy="0"/>
        </a:xfrm>
      </p:grpSpPr>
      <p:pic>
        <p:nvPicPr>
          <p:cNvPr id="28" name="Picture 27" descr="A blue and green background&#10;&#10;Description automatically generated">
            <a:extLst>
              <a:ext uri="{FF2B5EF4-FFF2-40B4-BE49-F238E27FC236}">
                <a16:creationId xmlns:a16="http://schemas.microsoft.com/office/drawing/2014/main" id="{1D17E5AC-68BA-535B-13DE-18E169BBC9DC}"/>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l="31545" r="33555"/>
          <a:stretch/>
        </p:blipFill>
        <p:spPr>
          <a:xfrm>
            <a:off x="0" y="0"/>
            <a:ext cx="4255129" cy="6858000"/>
          </a:xfrm>
          <a:prstGeom prst="rect">
            <a:avLst/>
          </a:prstGeom>
        </p:spPr>
      </p:pic>
      <p:sp>
        <p:nvSpPr>
          <p:cNvPr id="30" name="Picture Placeholder 6">
            <a:extLst>
              <a:ext uri="{FF2B5EF4-FFF2-40B4-BE49-F238E27FC236}">
                <a16:creationId xmlns:a16="http://schemas.microsoft.com/office/drawing/2014/main" id="{E32D67FC-F8B9-DC8F-46A3-88ABC5419FD3}"/>
              </a:ext>
            </a:extLst>
          </p:cNvPr>
          <p:cNvSpPr>
            <a:spLocks noGrp="1"/>
          </p:cNvSpPr>
          <p:nvPr>
            <p:ph type="pic" sz="quarter" idx="26" hasCustomPrompt="1"/>
          </p:nvPr>
        </p:nvSpPr>
        <p:spPr>
          <a:xfrm>
            <a:off x="693478" y="755770"/>
            <a:ext cx="2868172" cy="2871826"/>
          </a:xfrm>
          <a:custGeom>
            <a:avLst/>
            <a:gdLst>
              <a:gd name="connsiteX0" fmla="*/ 1139688 w 2276475"/>
              <a:gd name="connsiteY0" fmla="*/ 0 h 2279376"/>
              <a:gd name="connsiteX1" fmla="*/ 2273492 w 2276475"/>
              <a:gd name="connsiteY1" fmla="*/ 1023162 h 2279376"/>
              <a:gd name="connsiteX2" fmla="*/ 2276475 w 2276475"/>
              <a:gd name="connsiteY2" fmla="*/ 1082237 h 2279376"/>
              <a:gd name="connsiteX3" fmla="*/ 2276475 w 2276475"/>
              <a:gd name="connsiteY3" fmla="*/ 1197139 h 2279376"/>
              <a:gd name="connsiteX4" fmla="*/ 2273492 w 2276475"/>
              <a:gd name="connsiteY4" fmla="*/ 1256215 h 2279376"/>
              <a:gd name="connsiteX5" fmla="*/ 1139688 w 2276475"/>
              <a:gd name="connsiteY5" fmla="*/ 2279376 h 2279376"/>
              <a:gd name="connsiteX6" fmla="*/ 0 w 2276475"/>
              <a:gd name="connsiteY6" fmla="*/ 1139688 h 2279376"/>
              <a:gd name="connsiteX7" fmla="*/ 1139688 w 2276475"/>
              <a:gd name="connsiteY7" fmla="*/ 0 h 2279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6475" h="2279376">
                <a:moveTo>
                  <a:pt x="1139688" y="0"/>
                </a:moveTo>
                <a:cubicBezTo>
                  <a:pt x="1729781" y="0"/>
                  <a:pt x="2215129" y="448467"/>
                  <a:pt x="2273492" y="1023162"/>
                </a:cubicBezTo>
                <a:lnTo>
                  <a:pt x="2276475" y="1082237"/>
                </a:lnTo>
                <a:lnTo>
                  <a:pt x="2276475" y="1197139"/>
                </a:lnTo>
                <a:lnTo>
                  <a:pt x="2273492" y="1256215"/>
                </a:lnTo>
                <a:cubicBezTo>
                  <a:pt x="2215129" y="1830909"/>
                  <a:pt x="1729781" y="2279376"/>
                  <a:pt x="1139688" y="2279376"/>
                </a:cubicBezTo>
                <a:cubicBezTo>
                  <a:pt x="510256" y="2279376"/>
                  <a:pt x="0" y="1769120"/>
                  <a:pt x="0" y="1139688"/>
                </a:cubicBezTo>
                <a:cubicBezTo>
                  <a:pt x="0" y="510256"/>
                  <a:pt x="510256" y="0"/>
                  <a:pt x="1139688" y="0"/>
                </a:cubicBezTo>
                <a:close/>
              </a:path>
            </a:pathLst>
          </a:custGeom>
        </p:spPr>
        <p:txBody>
          <a:bodyPr wrap="square" anchor="t">
            <a:noAutofit/>
          </a:bodyPr>
          <a:lstStyle>
            <a:lvl1pPr marL="0" indent="0" algn="ctr">
              <a:buNone/>
              <a:defRPr sz="1200" b="0">
                <a:solidFill>
                  <a:schemeClr val="bg1"/>
                </a:solidFill>
              </a:defRPr>
            </a:lvl1pPr>
          </a:lstStyle>
          <a:p>
            <a:r>
              <a:rPr lang="en-US"/>
              <a:t>Add Picture</a:t>
            </a:r>
          </a:p>
        </p:txBody>
      </p:sp>
      <p:sp>
        <p:nvSpPr>
          <p:cNvPr id="31" name="Text Placeholder 18">
            <a:extLst>
              <a:ext uri="{FF2B5EF4-FFF2-40B4-BE49-F238E27FC236}">
                <a16:creationId xmlns:a16="http://schemas.microsoft.com/office/drawing/2014/main" id="{E71D8E65-69DC-65C1-F1CD-EDEF72CE543D}"/>
              </a:ext>
            </a:extLst>
          </p:cNvPr>
          <p:cNvSpPr>
            <a:spLocks noGrp="1"/>
          </p:cNvSpPr>
          <p:nvPr>
            <p:ph type="body" sz="quarter" idx="16" hasCustomPrompt="1"/>
          </p:nvPr>
        </p:nvSpPr>
        <p:spPr>
          <a:xfrm>
            <a:off x="4396154" y="761259"/>
            <a:ext cx="7338646" cy="1489861"/>
          </a:xfrm>
          <a:prstGeom prst="rect">
            <a:avLst/>
          </a:prstGeom>
        </p:spPr>
        <p:txBody>
          <a:bodyPr/>
          <a:lstStyle>
            <a:lvl1pPr marL="0" indent="0">
              <a:buNone/>
              <a:defRPr sz="1100"/>
            </a:lvl1pPr>
          </a:lstStyle>
          <a:p>
            <a:pPr lvl="0"/>
            <a:r>
              <a:rPr lang="en-US"/>
              <a:t>Add text</a:t>
            </a:r>
          </a:p>
        </p:txBody>
      </p:sp>
      <p:sp>
        <p:nvSpPr>
          <p:cNvPr id="32" name="Text Placeholder 18">
            <a:extLst>
              <a:ext uri="{FF2B5EF4-FFF2-40B4-BE49-F238E27FC236}">
                <a16:creationId xmlns:a16="http://schemas.microsoft.com/office/drawing/2014/main" id="{19DAD478-51B7-8C4B-727A-B8BB76AADB73}"/>
              </a:ext>
            </a:extLst>
          </p:cNvPr>
          <p:cNvSpPr>
            <a:spLocks noGrp="1"/>
          </p:cNvSpPr>
          <p:nvPr>
            <p:ph type="body" sz="quarter" idx="27" hasCustomPrompt="1"/>
          </p:nvPr>
        </p:nvSpPr>
        <p:spPr>
          <a:xfrm>
            <a:off x="4396154" y="2639222"/>
            <a:ext cx="7338646" cy="1489861"/>
          </a:xfrm>
          <a:prstGeom prst="rect">
            <a:avLst/>
          </a:prstGeom>
        </p:spPr>
        <p:txBody>
          <a:bodyPr/>
          <a:lstStyle>
            <a:lvl1pPr marL="0" indent="0">
              <a:buNone/>
              <a:defRPr sz="1100"/>
            </a:lvl1pPr>
          </a:lstStyle>
          <a:p>
            <a:pPr lvl="0"/>
            <a:r>
              <a:rPr lang="en-US"/>
              <a:t>Add text</a:t>
            </a:r>
          </a:p>
        </p:txBody>
      </p:sp>
      <p:sp>
        <p:nvSpPr>
          <p:cNvPr id="33" name="Text Placeholder 18">
            <a:extLst>
              <a:ext uri="{FF2B5EF4-FFF2-40B4-BE49-F238E27FC236}">
                <a16:creationId xmlns:a16="http://schemas.microsoft.com/office/drawing/2014/main" id="{835C4D57-8A65-F678-785C-7C6270ADB9E3}"/>
              </a:ext>
            </a:extLst>
          </p:cNvPr>
          <p:cNvSpPr>
            <a:spLocks noGrp="1"/>
          </p:cNvSpPr>
          <p:nvPr>
            <p:ph type="body" sz="quarter" idx="28" hasCustomPrompt="1"/>
          </p:nvPr>
        </p:nvSpPr>
        <p:spPr>
          <a:xfrm>
            <a:off x="4396154" y="4521346"/>
            <a:ext cx="7338646" cy="1489861"/>
          </a:xfrm>
          <a:prstGeom prst="rect">
            <a:avLst/>
          </a:prstGeom>
        </p:spPr>
        <p:txBody>
          <a:bodyPr/>
          <a:lstStyle>
            <a:lvl1pPr marL="0" indent="0">
              <a:buNone/>
              <a:defRPr sz="1100"/>
            </a:lvl1pPr>
          </a:lstStyle>
          <a:p>
            <a:pPr lvl="0"/>
            <a:r>
              <a:rPr lang="en-US"/>
              <a:t>Add text</a:t>
            </a:r>
          </a:p>
        </p:txBody>
      </p:sp>
      <p:sp>
        <p:nvSpPr>
          <p:cNvPr id="34" name="TextBox 33">
            <a:extLst>
              <a:ext uri="{FF2B5EF4-FFF2-40B4-BE49-F238E27FC236}">
                <a16:creationId xmlns:a16="http://schemas.microsoft.com/office/drawing/2014/main" id="{24301D85-75F0-56E0-27F4-85D9321CBD31}"/>
              </a:ext>
            </a:extLst>
          </p:cNvPr>
          <p:cNvSpPr txBox="1"/>
          <p:nvPr userDrawn="1"/>
        </p:nvSpPr>
        <p:spPr>
          <a:xfrm>
            <a:off x="4396154" y="439251"/>
            <a:ext cx="2086511" cy="276999"/>
          </a:xfrm>
          <a:prstGeom prst="rect">
            <a:avLst/>
          </a:prstGeom>
          <a:noFill/>
        </p:spPr>
        <p:txBody>
          <a:bodyPr wrap="square" rtlCol="0">
            <a:spAutoFit/>
          </a:bodyPr>
          <a:lstStyle/>
          <a:p>
            <a:r>
              <a:rPr lang="en-US" sz="1200" b="1" dirty="0">
                <a:solidFill>
                  <a:schemeClr val="tx1"/>
                </a:solidFill>
                <a:latin typeface="Arial" panose="020B0604020202020204" pitchFamily="34" charset="0"/>
                <a:cs typeface="Arial" panose="020B0604020202020204" pitchFamily="34" charset="0"/>
              </a:rPr>
              <a:t>ROLE WITH CLIENTS</a:t>
            </a:r>
          </a:p>
        </p:txBody>
      </p:sp>
      <p:sp>
        <p:nvSpPr>
          <p:cNvPr id="35" name="TextBox 34">
            <a:extLst>
              <a:ext uri="{FF2B5EF4-FFF2-40B4-BE49-F238E27FC236}">
                <a16:creationId xmlns:a16="http://schemas.microsoft.com/office/drawing/2014/main" id="{A0FB5595-C020-5CCA-3B26-9939F09D751B}"/>
              </a:ext>
            </a:extLst>
          </p:cNvPr>
          <p:cNvSpPr txBox="1"/>
          <p:nvPr userDrawn="1"/>
        </p:nvSpPr>
        <p:spPr>
          <a:xfrm>
            <a:off x="4396154" y="2316141"/>
            <a:ext cx="2776232" cy="276999"/>
          </a:xfrm>
          <a:prstGeom prst="rect">
            <a:avLst/>
          </a:prstGeom>
          <a:noFill/>
        </p:spPr>
        <p:txBody>
          <a:bodyPr wrap="square" rtlCol="0">
            <a:spAutoFit/>
          </a:bodyPr>
          <a:lstStyle/>
          <a:p>
            <a:r>
              <a:rPr lang="en-US" sz="1200" b="1" dirty="0">
                <a:solidFill>
                  <a:schemeClr val="tx1"/>
                </a:solidFill>
                <a:latin typeface="Arial" panose="020B0604020202020204" pitchFamily="34" charset="0"/>
                <a:cs typeface="Arial" panose="020B0604020202020204" pitchFamily="34" charset="0"/>
              </a:rPr>
              <a:t>ROLE WITHIN APEX SYSTEMS</a:t>
            </a:r>
          </a:p>
        </p:txBody>
      </p:sp>
      <p:sp>
        <p:nvSpPr>
          <p:cNvPr id="36" name="TextBox 35">
            <a:extLst>
              <a:ext uri="{FF2B5EF4-FFF2-40B4-BE49-F238E27FC236}">
                <a16:creationId xmlns:a16="http://schemas.microsoft.com/office/drawing/2014/main" id="{CF5A6D87-53C6-EEC5-1A03-00174D5850E8}"/>
              </a:ext>
            </a:extLst>
          </p:cNvPr>
          <p:cNvSpPr txBox="1"/>
          <p:nvPr userDrawn="1"/>
        </p:nvSpPr>
        <p:spPr>
          <a:xfrm>
            <a:off x="4396154" y="4200051"/>
            <a:ext cx="2338910" cy="276999"/>
          </a:xfrm>
          <a:prstGeom prst="rect">
            <a:avLst/>
          </a:prstGeom>
          <a:noFill/>
        </p:spPr>
        <p:txBody>
          <a:bodyPr wrap="square" rtlCol="0">
            <a:spAutoFit/>
          </a:bodyPr>
          <a:lstStyle/>
          <a:p>
            <a:r>
              <a:rPr lang="en-US" sz="1200" b="1" dirty="0">
                <a:solidFill>
                  <a:schemeClr val="tx1"/>
                </a:solidFill>
                <a:latin typeface="Arial" panose="020B0604020202020204" pitchFamily="34" charset="0"/>
                <a:cs typeface="Arial" panose="020B0604020202020204" pitchFamily="34" charset="0"/>
              </a:rPr>
              <a:t>PREVIOUS EXPERIENCE</a:t>
            </a:r>
          </a:p>
        </p:txBody>
      </p:sp>
      <p:cxnSp>
        <p:nvCxnSpPr>
          <p:cNvPr id="37" name="Straight Connector 36">
            <a:extLst>
              <a:ext uri="{FF2B5EF4-FFF2-40B4-BE49-F238E27FC236}">
                <a16:creationId xmlns:a16="http://schemas.microsoft.com/office/drawing/2014/main" id="{E2B9175D-A926-DD6A-44C4-DF4DE35F5558}"/>
              </a:ext>
            </a:extLst>
          </p:cNvPr>
          <p:cNvCxnSpPr>
            <a:cxnSpLocks/>
          </p:cNvCxnSpPr>
          <p:nvPr userDrawn="1"/>
        </p:nvCxnSpPr>
        <p:spPr>
          <a:xfrm>
            <a:off x="4464844" y="2578854"/>
            <a:ext cx="3345656"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50677BF-D36C-9F63-89BC-A12A18FB7916}"/>
              </a:ext>
            </a:extLst>
          </p:cNvPr>
          <p:cNvCxnSpPr>
            <a:cxnSpLocks/>
          </p:cNvCxnSpPr>
          <p:nvPr userDrawn="1"/>
        </p:nvCxnSpPr>
        <p:spPr>
          <a:xfrm>
            <a:off x="4464844" y="696370"/>
            <a:ext cx="3414346"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9788384-8266-2F7D-AC46-BA9431FA9654}"/>
              </a:ext>
            </a:extLst>
          </p:cNvPr>
          <p:cNvCxnSpPr>
            <a:cxnSpLocks/>
          </p:cNvCxnSpPr>
          <p:nvPr userDrawn="1"/>
        </p:nvCxnSpPr>
        <p:spPr>
          <a:xfrm>
            <a:off x="4464844" y="4460732"/>
            <a:ext cx="3345656"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40" name="Text Placeholder 18">
            <a:extLst>
              <a:ext uri="{FF2B5EF4-FFF2-40B4-BE49-F238E27FC236}">
                <a16:creationId xmlns:a16="http://schemas.microsoft.com/office/drawing/2014/main" id="{9462C883-E58D-29DA-D46E-08A33A56ACF6}"/>
              </a:ext>
            </a:extLst>
          </p:cNvPr>
          <p:cNvSpPr>
            <a:spLocks noGrp="1"/>
          </p:cNvSpPr>
          <p:nvPr>
            <p:ph type="body" sz="quarter" idx="29" hasCustomPrompt="1"/>
          </p:nvPr>
        </p:nvSpPr>
        <p:spPr>
          <a:xfrm>
            <a:off x="693478" y="3932771"/>
            <a:ext cx="2868172" cy="497727"/>
          </a:xfrm>
          <a:prstGeom prst="rect">
            <a:avLst/>
          </a:prstGeom>
        </p:spPr>
        <p:txBody>
          <a:bodyPr/>
          <a:lstStyle>
            <a:lvl1pPr marL="0" indent="0" algn="ctr">
              <a:buNone/>
              <a:defRPr sz="2800" b="1">
                <a:solidFill>
                  <a:schemeClr val="bg2"/>
                </a:solidFill>
              </a:defRPr>
            </a:lvl1pPr>
          </a:lstStyle>
          <a:p>
            <a:pPr lvl="0"/>
            <a:r>
              <a:rPr lang="en-US" dirty="0"/>
              <a:t>Add name</a:t>
            </a:r>
          </a:p>
        </p:txBody>
      </p:sp>
      <p:sp>
        <p:nvSpPr>
          <p:cNvPr id="41" name="Content Placeholder 4">
            <a:extLst>
              <a:ext uri="{FF2B5EF4-FFF2-40B4-BE49-F238E27FC236}">
                <a16:creationId xmlns:a16="http://schemas.microsoft.com/office/drawing/2014/main" id="{C0ACCB2D-345E-46C2-9EF9-A13B6A881A1C}"/>
              </a:ext>
            </a:extLst>
          </p:cNvPr>
          <p:cNvSpPr>
            <a:spLocks noGrp="1"/>
          </p:cNvSpPr>
          <p:nvPr>
            <p:ph sz="quarter" idx="30" hasCustomPrompt="1"/>
          </p:nvPr>
        </p:nvSpPr>
        <p:spPr>
          <a:xfrm>
            <a:off x="913246" y="5010290"/>
            <a:ext cx="2428637" cy="293886"/>
          </a:xfrm>
          <a:prstGeom prst="rect">
            <a:avLst/>
          </a:prstGeom>
        </p:spPr>
        <p:txBody>
          <a:bodyPr/>
          <a:lstStyle>
            <a:lvl1pPr marL="0" indent="0" algn="ctr">
              <a:buNone/>
              <a:defRPr sz="1200" b="0" i="1">
                <a:solidFill>
                  <a:schemeClr val="bg1"/>
                </a:solidFill>
                <a:latin typeface="+mn-lt"/>
                <a:cs typeface="Arial" panose="020B0604020202020204" pitchFamily="34" charset="0"/>
              </a:defRPr>
            </a:lvl1pPr>
            <a:lvl2pPr marL="742950" indent="-285750">
              <a:buClr>
                <a:schemeClr val="accent2"/>
              </a:buClr>
              <a:buFont typeface="Arial" panose="020B0604020202020204" pitchFamily="34" charset="0"/>
              <a:buChar char="•"/>
              <a:defRPr lang="en-US" sz="1600" kern="1200" dirty="0">
                <a:solidFill>
                  <a:schemeClr val="tx1"/>
                </a:solidFill>
                <a:latin typeface="+mn-lt"/>
                <a:ea typeface="+mn-ea"/>
                <a:cs typeface="Arial" panose="020B0604020202020204" pitchFamily="34" charset="0"/>
              </a:defRPr>
            </a:lvl2pPr>
            <a:lvl3pPr marL="1200150" indent="-285750">
              <a:buClr>
                <a:schemeClr val="accent2"/>
              </a:buClr>
              <a:buFont typeface="Wingdings" panose="05000000000000000000" pitchFamily="2" charset="2"/>
              <a:buChar char="§"/>
              <a:defRPr lang="en-US" sz="1400" kern="1200" dirty="0">
                <a:solidFill>
                  <a:schemeClr val="tx1"/>
                </a:solidFill>
                <a:latin typeface="+mn-lt"/>
                <a:ea typeface="+mn-ea"/>
                <a:cs typeface="Arial" panose="020B0604020202020204" pitchFamily="34" charset="0"/>
              </a:defRPr>
            </a:lvl3pPr>
            <a:lvl4pPr>
              <a:buClr>
                <a:schemeClr val="accent2"/>
              </a:buClr>
              <a:defRPr sz="1200">
                <a:solidFill>
                  <a:schemeClr val="tx2"/>
                </a:solidFill>
                <a:latin typeface="+mn-lt"/>
              </a:defRPr>
            </a:lvl4pPr>
            <a:lvl5pPr marL="1828800" indent="0">
              <a:buNone/>
              <a:defRPr sz="1200">
                <a:solidFill>
                  <a:schemeClr val="tx2"/>
                </a:solidFill>
                <a:latin typeface="+mn-lt"/>
              </a:defRPr>
            </a:lvl5pPr>
          </a:lstStyle>
          <a:p>
            <a:pPr lvl="0"/>
            <a:r>
              <a:rPr lang="en-US" dirty="0"/>
              <a:t>Add Contact Information</a:t>
            </a:r>
          </a:p>
        </p:txBody>
      </p:sp>
      <p:sp>
        <p:nvSpPr>
          <p:cNvPr id="3" name="Text Placeholder 18">
            <a:extLst>
              <a:ext uri="{FF2B5EF4-FFF2-40B4-BE49-F238E27FC236}">
                <a16:creationId xmlns:a16="http://schemas.microsoft.com/office/drawing/2014/main" id="{A24BA2B6-2E95-D7C2-F568-8F72F9399FEA}"/>
              </a:ext>
            </a:extLst>
          </p:cNvPr>
          <p:cNvSpPr>
            <a:spLocks noGrp="1"/>
          </p:cNvSpPr>
          <p:nvPr>
            <p:ph type="body" sz="quarter" idx="31" hasCustomPrompt="1"/>
          </p:nvPr>
        </p:nvSpPr>
        <p:spPr>
          <a:xfrm>
            <a:off x="913246" y="4474795"/>
            <a:ext cx="2428637" cy="497728"/>
          </a:xfrm>
          <a:prstGeom prst="rect">
            <a:avLst/>
          </a:prstGeom>
        </p:spPr>
        <p:txBody>
          <a:bodyPr/>
          <a:lstStyle>
            <a:lvl1pPr marL="0" indent="0" algn="ctr">
              <a:buNone/>
              <a:defRPr sz="1400" i="1">
                <a:solidFill>
                  <a:schemeClr val="bg2"/>
                </a:solidFill>
              </a:defRPr>
            </a:lvl1pPr>
          </a:lstStyle>
          <a:p>
            <a:pPr lvl="0"/>
            <a:r>
              <a:rPr lang="en-US" dirty="0"/>
              <a:t>Add Title</a:t>
            </a:r>
          </a:p>
        </p:txBody>
      </p:sp>
    </p:spTree>
    <p:extLst>
      <p:ext uri="{BB962C8B-B14F-4D97-AF65-F5344CB8AC3E}">
        <p14:creationId xmlns:p14="http://schemas.microsoft.com/office/powerpoint/2010/main" val="28130236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0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Breaker slide 1">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6FD654-47F0-208B-BAB4-0191E7282D6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3" name="Text Placeholder 15">
            <a:extLst>
              <a:ext uri="{FF2B5EF4-FFF2-40B4-BE49-F238E27FC236}">
                <a16:creationId xmlns:a16="http://schemas.microsoft.com/office/drawing/2014/main" id="{4692787E-0972-BF81-0D21-8ECDCAB23068}"/>
              </a:ext>
            </a:extLst>
          </p:cNvPr>
          <p:cNvSpPr>
            <a:spLocks noGrp="1"/>
          </p:cNvSpPr>
          <p:nvPr>
            <p:ph type="body" sz="quarter" idx="12" hasCustomPrompt="1"/>
          </p:nvPr>
        </p:nvSpPr>
        <p:spPr>
          <a:xfrm>
            <a:off x="476250" y="3746501"/>
            <a:ext cx="3683000" cy="609600"/>
          </a:xfrm>
          <a:prstGeom prst="rect">
            <a:avLst/>
          </a:prstGeom>
        </p:spPr>
        <p:txBody>
          <a:bodyPr/>
          <a:lstStyle>
            <a:lvl1pPr marL="0" indent="0">
              <a:buNone/>
              <a:defRPr sz="1800" b="0">
                <a:solidFill>
                  <a:schemeClr val="bg2"/>
                </a:solidFill>
              </a:defRPr>
            </a:lvl1pPr>
          </a:lstStyle>
          <a:p>
            <a:pPr lvl="0"/>
            <a:r>
              <a:rPr lang="en-US"/>
              <a:t>Add subtitle</a:t>
            </a:r>
          </a:p>
        </p:txBody>
      </p:sp>
      <p:sp>
        <p:nvSpPr>
          <p:cNvPr id="4" name="Text Placeholder 15">
            <a:extLst>
              <a:ext uri="{FF2B5EF4-FFF2-40B4-BE49-F238E27FC236}">
                <a16:creationId xmlns:a16="http://schemas.microsoft.com/office/drawing/2014/main" id="{758D2F95-5E7F-98D9-B267-DA4EF3EF01D1}"/>
              </a:ext>
            </a:extLst>
          </p:cNvPr>
          <p:cNvSpPr>
            <a:spLocks noGrp="1"/>
          </p:cNvSpPr>
          <p:nvPr>
            <p:ph type="body" sz="quarter" idx="11" hasCustomPrompt="1"/>
          </p:nvPr>
        </p:nvSpPr>
        <p:spPr>
          <a:xfrm>
            <a:off x="476250" y="2952750"/>
            <a:ext cx="3683000" cy="609600"/>
          </a:xfrm>
          <a:prstGeom prst="rect">
            <a:avLst/>
          </a:prstGeom>
        </p:spPr>
        <p:txBody>
          <a:bodyPr/>
          <a:lstStyle>
            <a:lvl1pPr marL="0" indent="0">
              <a:buNone/>
              <a:defRPr sz="3600" b="1">
                <a:solidFill>
                  <a:schemeClr val="bg2"/>
                </a:solidFill>
              </a:defRPr>
            </a:lvl1pPr>
          </a:lstStyle>
          <a:p>
            <a:pPr lvl="0"/>
            <a:r>
              <a:rPr lang="en-US"/>
              <a:t>Add Title</a:t>
            </a:r>
          </a:p>
        </p:txBody>
      </p:sp>
      <p:sp>
        <p:nvSpPr>
          <p:cNvPr id="5" name="Slide Number Placeholder 2">
            <a:extLst>
              <a:ext uri="{FF2B5EF4-FFF2-40B4-BE49-F238E27FC236}">
                <a16:creationId xmlns:a16="http://schemas.microsoft.com/office/drawing/2014/main" id="{B650E64C-47FA-B3EE-D221-19D3D90E4F04}"/>
              </a:ext>
            </a:extLst>
          </p:cNvPr>
          <p:cNvSpPr txBox="1">
            <a:spLocks/>
          </p:cNvSpPr>
          <p:nvPr userDrawn="1"/>
        </p:nvSpPr>
        <p:spPr>
          <a:xfrm>
            <a:off x="11279798" y="6343550"/>
            <a:ext cx="523875"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r" defTabSz="914269" rtl="0" eaLnBrk="1" fontAlgn="base" latinLnBrk="0" hangingPunct="1">
              <a:lnSpc>
                <a:spcPct val="100000"/>
              </a:lnSpc>
              <a:spcBef>
                <a:spcPct val="0"/>
              </a:spcBef>
              <a:spcAft>
                <a:spcPct val="0"/>
              </a:spcAft>
              <a:buClrTx/>
              <a:buSzTx/>
              <a:buFontTx/>
              <a:buNone/>
              <a:tabLst/>
              <a:defRPr/>
            </a:pPr>
            <a:fld id="{7145EE91-F0AA-4244-95F3-9F4DFB676A82}" type="slidenum">
              <a:rPr kumimoji="0" lang="en-US" sz="900" b="1" i="0" u="none" strike="noStrike" kern="1200" cap="none" spc="0" normalizeH="0" baseline="0" noProof="0" smtClean="0">
                <a:ln>
                  <a:noFill/>
                </a:ln>
                <a:solidFill>
                  <a:schemeClr val="bg2"/>
                </a:solidFill>
                <a:effectLst/>
                <a:uLnTx/>
                <a:uFillTx/>
                <a:latin typeface="Arial" panose="020B0604020202020204" pitchFamily="34" charset="0"/>
                <a:ea typeface="+mn-ea"/>
                <a:cs typeface="Arial" panose="020B0604020202020204" pitchFamily="34" charset="0"/>
              </a:rPr>
              <a:pPr marL="0" marR="0" lvl="0" indent="0" algn="r" defTabSz="914269" rtl="0" eaLnBrk="1" fontAlgn="base" latinLnBrk="0" hangingPunct="1">
                <a:lnSpc>
                  <a:spcPct val="100000"/>
                </a:lnSpc>
                <a:spcBef>
                  <a:spcPct val="0"/>
                </a:spcBef>
                <a:spcAft>
                  <a:spcPct val="0"/>
                </a:spcAft>
                <a:buClrTx/>
                <a:buSzTx/>
                <a:buFontTx/>
                <a:buNone/>
                <a:tabLst/>
                <a:defRPr/>
              </a:pPr>
              <a:t>‹#›</a:t>
            </a:fld>
            <a:endParaRPr kumimoji="0" lang="en-US" sz="900" b="1"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93186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Option 1">
    <p:bg>
      <p:bgRef idx="1001">
        <a:schemeClr val="bg1"/>
      </p:bgRef>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84D92FAA-E289-1EB3-7D7A-5351362B548D}"/>
              </a:ext>
            </a:extLst>
          </p:cNvPr>
          <p:cNvSpPr/>
          <p:nvPr userDrawn="1"/>
        </p:nvSpPr>
        <p:spPr>
          <a:xfrm>
            <a:off x="1" y="0"/>
            <a:ext cx="3342261" cy="6858000"/>
          </a:xfrm>
          <a:prstGeom prst="rect">
            <a:avLst/>
          </a:prstGeom>
          <a:solidFill>
            <a:srgbClr val="ECFAF8"/>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err="1"/>
          </a:p>
        </p:txBody>
      </p:sp>
      <p:sp>
        <p:nvSpPr>
          <p:cNvPr id="27" name="Text Placeholder 18">
            <a:extLst>
              <a:ext uri="{FF2B5EF4-FFF2-40B4-BE49-F238E27FC236}">
                <a16:creationId xmlns:a16="http://schemas.microsoft.com/office/drawing/2014/main" id="{B4F76595-7EFB-3236-9685-1BA14E52C7E3}"/>
              </a:ext>
            </a:extLst>
          </p:cNvPr>
          <p:cNvSpPr>
            <a:spLocks noGrp="1"/>
          </p:cNvSpPr>
          <p:nvPr>
            <p:ph type="body" sz="quarter" idx="16" hasCustomPrompt="1"/>
          </p:nvPr>
        </p:nvSpPr>
        <p:spPr>
          <a:xfrm>
            <a:off x="3486151" y="1262162"/>
            <a:ext cx="8241506" cy="5100538"/>
          </a:xfrm>
          <a:prstGeom prst="rect">
            <a:avLst/>
          </a:prstGeom>
        </p:spPr>
        <p:txBody>
          <a:bodyPr/>
          <a:lstStyle>
            <a:lvl1pPr marL="0" indent="0">
              <a:buNone/>
              <a:defRPr sz="1100"/>
            </a:lvl1pPr>
          </a:lstStyle>
          <a:p>
            <a:pPr lvl="0"/>
            <a:r>
              <a:rPr lang="en-US"/>
              <a:t>Add text</a:t>
            </a:r>
          </a:p>
        </p:txBody>
      </p:sp>
      <p:pic>
        <p:nvPicPr>
          <p:cNvPr id="9" name="Picture 8" descr="A blue and green background&#10;&#10;Description automatically generated">
            <a:extLst>
              <a:ext uri="{FF2B5EF4-FFF2-40B4-BE49-F238E27FC236}">
                <a16:creationId xmlns:a16="http://schemas.microsoft.com/office/drawing/2014/main" id="{959BDAF7-6B26-FB5D-A702-1B6152449E1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l="6" t="26768" r="-7" b="57374"/>
          <a:stretch/>
        </p:blipFill>
        <p:spPr>
          <a:xfrm>
            <a:off x="0" y="0"/>
            <a:ext cx="12192000" cy="1087489"/>
          </a:xfrm>
          <a:prstGeom prst="rect">
            <a:avLst/>
          </a:prstGeom>
          <a:effectLst>
            <a:outerShdw blurRad="63500" dist="38100" dir="5400000" algn="t" rotWithShape="0">
              <a:prstClr val="black">
                <a:alpha val="30000"/>
              </a:prstClr>
            </a:outerShdw>
          </a:effectLst>
        </p:spPr>
      </p:pic>
      <p:sp>
        <p:nvSpPr>
          <p:cNvPr id="10" name="Title 1">
            <a:extLst>
              <a:ext uri="{FF2B5EF4-FFF2-40B4-BE49-F238E27FC236}">
                <a16:creationId xmlns:a16="http://schemas.microsoft.com/office/drawing/2014/main" id="{C5B76D90-3873-7702-8787-55DE90B4BFCD}"/>
              </a:ext>
            </a:extLst>
          </p:cNvPr>
          <p:cNvSpPr>
            <a:spLocks noGrp="1"/>
          </p:cNvSpPr>
          <p:nvPr>
            <p:ph type="title" hasCustomPrompt="1"/>
          </p:nvPr>
        </p:nvSpPr>
        <p:spPr>
          <a:xfrm>
            <a:off x="244118" y="536539"/>
            <a:ext cx="6497382" cy="461179"/>
          </a:xfrm>
          <a:prstGeom prst="rect">
            <a:avLst/>
          </a:prstGeom>
        </p:spPr>
        <p:txBody>
          <a:bodyPr/>
          <a:lstStyle>
            <a:lvl1pPr>
              <a:defRPr sz="2400" b="1" baseline="0">
                <a:solidFill>
                  <a:schemeClr val="bg2"/>
                </a:solidFill>
                <a:latin typeface="Arial" panose="020B0604020202020204" pitchFamily="34" charset="0"/>
                <a:cs typeface="Arial" panose="020B0604020202020204" pitchFamily="34" charset="0"/>
              </a:defRPr>
            </a:lvl1pPr>
          </a:lstStyle>
          <a:p>
            <a:r>
              <a:rPr lang="en-US"/>
              <a:t>Insert Title Here</a:t>
            </a:r>
          </a:p>
        </p:txBody>
      </p:sp>
      <p:sp>
        <p:nvSpPr>
          <p:cNvPr id="18" name="Slide Number Placeholder 2">
            <a:extLst>
              <a:ext uri="{FF2B5EF4-FFF2-40B4-BE49-F238E27FC236}">
                <a16:creationId xmlns:a16="http://schemas.microsoft.com/office/drawing/2014/main" id="{A615A4C8-E9A7-0ABE-0DA3-714DA8C69D34}"/>
              </a:ext>
            </a:extLst>
          </p:cNvPr>
          <p:cNvSpPr txBox="1">
            <a:spLocks/>
          </p:cNvSpPr>
          <p:nvPr userDrawn="1"/>
        </p:nvSpPr>
        <p:spPr>
          <a:xfrm>
            <a:off x="8849739" y="16192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l"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www.everforthapex.com</a:t>
            </a:r>
          </a:p>
        </p:txBody>
      </p:sp>
      <p:sp>
        <p:nvSpPr>
          <p:cNvPr id="40" name="TextBox 39">
            <a:extLst>
              <a:ext uri="{FF2B5EF4-FFF2-40B4-BE49-F238E27FC236}">
                <a16:creationId xmlns:a16="http://schemas.microsoft.com/office/drawing/2014/main" id="{EA423221-23C3-89CC-AEF5-379E5D19E7A1}"/>
              </a:ext>
            </a:extLst>
          </p:cNvPr>
          <p:cNvSpPr txBox="1"/>
          <p:nvPr userDrawn="1"/>
        </p:nvSpPr>
        <p:spPr>
          <a:xfrm>
            <a:off x="256840" y="1233587"/>
            <a:ext cx="740908" cy="276999"/>
          </a:xfrm>
          <a:prstGeom prst="rect">
            <a:avLst/>
          </a:prstGeom>
          <a:noFill/>
        </p:spPr>
        <p:txBody>
          <a:bodyPr wrap="none" rtlCol="0">
            <a:spAutoFit/>
          </a:bodyPr>
          <a:lstStyle/>
          <a:p>
            <a:r>
              <a:rPr lang="en-US" sz="1200" b="1">
                <a:solidFill>
                  <a:schemeClr val="tx1"/>
                </a:solidFill>
                <a:latin typeface="Arial" panose="020B0604020202020204" pitchFamily="34" charset="0"/>
                <a:cs typeface="Arial" panose="020B0604020202020204" pitchFamily="34" charset="0"/>
              </a:rPr>
              <a:t>CLIENT</a:t>
            </a:r>
          </a:p>
        </p:txBody>
      </p:sp>
      <p:sp>
        <p:nvSpPr>
          <p:cNvPr id="41" name="TextBox 40">
            <a:extLst>
              <a:ext uri="{FF2B5EF4-FFF2-40B4-BE49-F238E27FC236}">
                <a16:creationId xmlns:a16="http://schemas.microsoft.com/office/drawing/2014/main" id="{F2A5D44F-7F38-73C4-5A96-97C11A17E37E}"/>
              </a:ext>
            </a:extLst>
          </p:cNvPr>
          <p:cNvSpPr txBox="1"/>
          <p:nvPr userDrawn="1"/>
        </p:nvSpPr>
        <p:spPr>
          <a:xfrm>
            <a:off x="255093" y="1973775"/>
            <a:ext cx="959365" cy="276999"/>
          </a:xfrm>
          <a:prstGeom prst="rect">
            <a:avLst/>
          </a:prstGeom>
          <a:noFill/>
        </p:spPr>
        <p:txBody>
          <a:bodyPr wrap="none" rtlCol="0">
            <a:spAutoFit/>
          </a:bodyPr>
          <a:lstStyle/>
          <a:p>
            <a:r>
              <a:rPr lang="en-US" sz="1200" b="1">
                <a:solidFill>
                  <a:schemeClr val="tx1"/>
                </a:solidFill>
                <a:latin typeface="Arial" panose="020B0604020202020204" pitchFamily="34" charset="0"/>
                <a:cs typeface="Arial" panose="020B0604020202020204" pitchFamily="34" charset="0"/>
              </a:rPr>
              <a:t>SERVICES</a:t>
            </a:r>
          </a:p>
        </p:txBody>
      </p:sp>
      <p:sp>
        <p:nvSpPr>
          <p:cNvPr id="42" name="TextBox 41">
            <a:extLst>
              <a:ext uri="{FF2B5EF4-FFF2-40B4-BE49-F238E27FC236}">
                <a16:creationId xmlns:a16="http://schemas.microsoft.com/office/drawing/2014/main" id="{825DAAC6-8136-F08F-C77D-B8BC29E39574}"/>
              </a:ext>
            </a:extLst>
          </p:cNvPr>
          <p:cNvSpPr txBox="1"/>
          <p:nvPr userDrawn="1"/>
        </p:nvSpPr>
        <p:spPr>
          <a:xfrm>
            <a:off x="254506" y="3330813"/>
            <a:ext cx="732893" cy="276999"/>
          </a:xfrm>
          <a:prstGeom prst="rect">
            <a:avLst/>
          </a:prstGeom>
          <a:noFill/>
        </p:spPr>
        <p:txBody>
          <a:bodyPr wrap="none" rtlCol="0">
            <a:spAutoFit/>
          </a:bodyPr>
          <a:lstStyle/>
          <a:p>
            <a:r>
              <a:rPr lang="en-US" sz="1200" b="1" dirty="0">
                <a:solidFill>
                  <a:schemeClr val="tx1"/>
                </a:solidFill>
                <a:latin typeface="Arial" panose="020B0604020202020204" pitchFamily="34" charset="0"/>
                <a:cs typeface="Arial" panose="020B0604020202020204" pitchFamily="34" charset="0"/>
              </a:rPr>
              <a:t>SKILLS</a:t>
            </a:r>
          </a:p>
        </p:txBody>
      </p:sp>
      <p:cxnSp>
        <p:nvCxnSpPr>
          <p:cNvPr id="43" name="Straight Connector 42">
            <a:extLst>
              <a:ext uri="{FF2B5EF4-FFF2-40B4-BE49-F238E27FC236}">
                <a16:creationId xmlns:a16="http://schemas.microsoft.com/office/drawing/2014/main" id="{362F26C8-FCC2-19A8-23CB-BFBED3698837}"/>
              </a:ext>
            </a:extLst>
          </p:cNvPr>
          <p:cNvCxnSpPr>
            <a:cxnSpLocks/>
          </p:cNvCxnSpPr>
          <p:nvPr userDrawn="1"/>
        </p:nvCxnSpPr>
        <p:spPr>
          <a:xfrm flipH="1">
            <a:off x="326232" y="3574502"/>
            <a:ext cx="2683668"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E40424E-36D6-A3FA-C8C0-DB737EE6D4CB}"/>
              </a:ext>
            </a:extLst>
          </p:cNvPr>
          <p:cNvCxnSpPr>
            <a:cxnSpLocks/>
          </p:cNvCxnSpPr>
          <p:nvPr userDrawn="1"/>
        </p:nvCxnSpPr>
        <p:spPr>
          <a:xfrm flipH="1">
            <a:off x="326232" y="2219189"/>
            <a:ext cx="2683668"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0D79E54-489C-496B-E381-28A1AEA0FE37}"/>
              </a:ext>
            </a:extLst>
          </p:cNvPr>
          <p:cNvCxnSpPr>
            <a:cxnSpLocks/>
          </p:cNvCxnSpPr>
          <p:nvPr userDrawn="1"/>
        </p:nvCxnSpPr>
        <p:spPr>
          <a:xfrm flipH="1">
            <a:off x="326232" y="1478475"/>
            <a:ext cx="2683668"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D42ED1A-4621-47C5-8111-06A838E0C402}"/>
              </a:ext>
            </a:extLst>
          </p:cNvPr>
          <p:cNvCxnSpPr>
            <a:cxnSpLocks/>
          </p:cNvCxnSpPr>
          <p:nvPr userDrawn="1"/>
        </p:nvCxnSpPr>
        <p:spPr>
          <a:xfrm flipH="1">
            <a:off x="326231" y="4815133"/>
            <a:ext cx="2683669"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 Placeholder 18">
            <a:extLst>
              <a:ext uri="{FF2B5EF4-FFF2-40B4-BE49-F238E27FC236}">
                <a16:creationId xmlns:a16="http://schemas.microsoft.com/office/drawing/2014/main" id="{E4193160-E7C2-6ADC-C9C1-1BDEA5E4A423}"/>
              </a:ext>
            </a:extLst>
          </p:cNvPr>
          <p:cNvSpPr>
            <a:spLocks noGrp="1"/>
          </p:cNvSpPr>
          <p:nvPr>
            <p:ph type="body" sz="quarter" idx="21" hasCustomPrompt="1"/>
          </p:nvPr>
        </p:nvSpPr>
        <p:spPr>
          <a:xfrm>
            <a:off x="261941" y="1525549"/>
            <a:ext cx="2747959" cy="384677"/>
          </a:xfrm>
          <a:prstGeom prst="rect">
            <a:avLst/>
          </a:prstGeom>
        </p:spPr>
        <p:txBody>
          <a:bodyPr/>
          <a:lstStyle>
            <a:lvl1pPr marL="0" indent="0">
              <a:buNone/>
              <a:defRPr sz="1050"/>
            </a:lvl1pPr>
          </a:lstStyle>
          <a:p>
            <a:pPr lvl="0"/>
            <a:r>
              <a:rPr lang="en-US"/>
              <a:t>Add additional text</a:t>
            </a:r>
          </a:p>
        </p:txBody>
      </p:sp>
      <p:sp>
        <p:nvSpPr>
          <p:cNvPr id="4" name="Text Placeholder 18">
            <a:extLst>
              <a:ext uri="{FF2B5EF4-FFF2-40B4-BE49-F238E27FC236}">
                <a16:creationId xmlns:a16="http://schemas.microsoft.com/office/drawing/2014/main" id="{B8CA6BDE-1513-264B-AD97-C30FD4D20C51}"/>
              </a:ext>
            </a:extLst>
          </p:cNvPr>
          <p:cNvSpPr>
            <a:spLocks noGrp="1"/>
          </p:cNvSpPr>
          <p:nvPr>
            <p:ph type="body" sz="quarter" idx="22" hasCustomPrompt="1"/>
          </p:nvPr>
        </p:nvSpPr>
        <p:spPr>
          <a:xfrm>
            <a:off x="261941" y="2265087"/>
            <a:ext cx="2747959" cy="1026622"/>
          </a:xfrm>
          <a:prstGeom prst="rect">
            <a:avLst/>
          </a:prstGeom>
        </p:spPr>
        <p:txBody>
          <a:bodyPr/>
          <a:lstStyle>
            <a:lvl1pPr marL="171450" indent="-171450">
              <a:buFont typeface="Arial" panose="020B0604020202020204" pitchFamily="34" charset="0"/>
              <a:buChar char="•"/>
              <a:defRPr sz="1050"/>
            </a:lvl1pPr>
          </a:lstStyle>
          <a:p>
            <a:pPr lvl="0"/>
            <a:r>
              <a:rPr lang="en-US"/>
              <a:t>Add additional text</a:t>
            </a:r>
          </a:p>
        </p:txBody>
      </p:sp>
      <p:sp>
        <p:nvSpPr>
          <p:cNvPr id="5" name="Text Placeholder 18">
            <a:extLst>
              <a:ext uri="{FF2B5EF4-FFF2-40B4-BE49-F238E27FC236}">
                <a16:creationId xmlns:a16="http://schemas.microsoft.com/office/drawing/2014/main" id="{AC552B50-5B8F-BF39-2DBE-1A70A7843E23}"/>
              </a:ext>
            </a:extLst>
          </p:cNvPr>
          <p:cNvSpPr>
            <a:spLocks noGrp="1"/>
          </p:cNvSpPr>
          <p:nvPr>
            <p:ph type="body" sz="quarter" idx="23" hasCustomPrompt="1"/>
          </p:nvPr>
        </p:nvSpPr>
        <p:spPr>
          <a:xfrm>
            <a:off x="269085" y="3623572"/>
            <a:ext cx="2740815" cy="1026622"/>
          </a:xfrm>
          <a:prstGeom prst="rect">
            <a:avLst/>
          </a:prstGeom>
        </p:spPr>
        <p:txBody>
          <a:bodyPr/>
          <a:lstStyle>
            <a:lvl1pPr marL="171450" indent="-171450">
              <a:buFont typeface="Arial" panose="020B0604020202020204" pitchFamily="34" charset="0"/>
              <a:buChar char="•"/>
              <a:defRPr sz="1050"/>
            </a:lvl1pPr>
          </a:lstStyle>
          <a:p>
            <a:pPr lvl="0"/>
            <a:r>
              <a:rPr lang="en-US"/>
              <a:t>Add additional text</a:t>
            </a:r>
          </a:p>
        </p:txBody>
      </p:sp>
      <p:sp>
        <p:nvSpPr>
          <p:cNvPr id="6" name="Text Placeholder 18">
            <a:extLst>
              <a:ext uri="{FF2B5EF4-FFF2-40B4-BE49-F238E27FC236}">
                <a16:creationId xmlns:a16="http://schemas.microsoft.com/office/drawing/2014/main" id="{78E6159A-6928-9894-7424-6E949C41EC88}"/>
              </a:ext>
            </a:extLst>
          </p:cNvPr>
          <p:cNvSpPr>
            <a:spLocks noGrp="1"/>
          </p:cNvSpPr>
          <p:nvPr>
            <p:ph type="body" sz="quarter" idx="24" hasCustomPrompt="1"/>
          </p:nvPr>
        </p:nvSpPr>
        <p:spPr>
          <a:xfrm>
            <a:off x="365655" y="5044304"/>
            <a:ext cx="2644246" cy="399184"/>
          </a:xfrm>
          <a:prstGeom prst="rect">
            <a:avLst/>
          </a:prstGeom>
        </p:spPr>
        <p:txBody>
          <a:bodyPr anchor="ctr"/>
          <a:lstStyle>
            <a:lvl1pPr marL="0" indent="0" algn="ctr">
              <a:buNone/>
              <a:defRPr sz="1400" b="1"/>
            </a:lvl1pPr>
          </a:lstStyle>
          <a:p>
            <a:pPr lvl="0"/>
            <a:r>
              <a:rPr lang="en-US"/>
              <a:t>Add additional text</a:t>
            </a:r>
          </a:p>
        </p:txBody>
      </p:sp>
      <p:sp>
        <p:nvSpPr>
          <p:cNvPr id="7" name="Text Placeholder 18">
            <a:extLst>
              <a:ext uri="{FF2B5EF4-FFF2-40B4-BE49-F238E27FC236}">
                <a16:creationId xmlns:a16="http://schemas.microsoft.com/office/drawing/2014/main" id="{A8815009-9770-0FEE-40F9-E14A3E9D2E31}"/>
              </a:ext>
            </a:extLst>
          </p:cNvPr>
          <p:cNvSpPr>
            <a:spLocks noGrp="1"/>
          </p:cNvSpPr>
          <p:nvPr>
            <p:ph type="body" sz="quarter" idx="25" hasCustomPrompt="1"/>
          </p:nvPr>
        </p:nvSpPr>
        <p:spPr>
          <a:xfrm>
            <a:off x="365655" y="5644379"/>
            <a:ext cx="2644246" cy="399184"/>
          </a:xfrm>
          <a:prstGeom prst="rect">
            <a:avLst/>
          </a:prstGeom>
        </p:spPr>
        <p:txBody>
          <a:bodyPr anchor="ctr"/>
          <a:lstStyle>
            <a:lvl1pPr marL="0" indent="0" algn="ctr">
              <a:buNone/>
              <a:defRPr sz="1400" b="1"/>
            </a:lvl1pPr>
          </a:lstStyle>
          <a:p>
            <a:pPr lvl="0"/>
            <a:r>
              <a:rPr lang="en-US"/>
              <a:t>Add additional text</a:t>
            </a:r>
          </a:p>
        </p:txBody>
      </p:sp>
      <p:sp>
        <p:nvSpPr>
          <p:cNvPr id="8" name="Text Placeholder 18">
            <a:extLst>
              <a:ext uri="{FF2B5EF4-FFF2-40B4-BE49-F238E27FC236}">
                <a16:creationId xmlns:a16="http://schemas.microsoft.com/office/drawing/2014/main" id="{1A1DDCBF-12A0-CC19-20FE-785F10B6A495}"/>
              </a:ext>
            </a:extLst>
          </p:cNvPr>
          <p:cNvSpPr>
            <a:spLocks noGrp="1"/>
          </p:cNvSpPr>
          <p:nvPr>
            <p:ph type="body" sz="quarter" idx="26" hasCustomPrompt="1"/>
          </p:nvPr>
        </p:nvSpPr>
        <p:spPr>
          <a:xfrm>
            <a:off x="9490076" y="677322"/>
            <a:ext cx="2337471" cy="384677"/>
          </a:xfrm>
          <a:prstGeom prst="rect">
            <a:avLst/>
          </a:prstGeom>
        </p:spPr>
        <p:txBody>
          <a:bodyPr/>
          <a:lstStyle>
            <a:lvl1pPr marL="0" indent="0" algn="r">
              <a:buNone/>
              <a:defRPr sz="1000">
                <a:solidFill>
                  <a:schemeClr val="bg2"/>
                </a:solidFill>
              </a:defRPr>
            </a:lvl1pPr>
          </a:lstStyle>
          <a:p>
            <a:pPr lvl="0"/>
            <a:r>
              <a:rPr lang="en-US"/>
              <a:t>Add additional text</a:t>
            </a:r>
          </a:p>
        </p:txBody>
      </p:sp>
      <p:pic>
        <p:nvPicPr>
          <p:cNvPr id="2" name="Graphic 1">
            <a:extLst>
              <a:ext uri="{FF2B5EF4-FFF2-40B4-BE49-F238E27FC236}">
                <a16:creationId xmlns:a16="http://schemas.microsoft.com/office/drawing/2014/main" id="{E776BDC3-93E5-36EE-6FE8-09287C0066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421747" y="6412832"/>
            <a:ext cx="1313053" cy="255983"/>
          </a:xfrm>
          <a:prstGeom prst="rect">
            <a:avLst/>
          </a:prstGeom>
        </p:spPr>
      </p:pic>
    </p:spTree>
    <p:extLst>
      <p:ext uri="{BB962C8B-B14F-4D97-AF65-F5344CB8AC3E}">
        <p14:creationId xmlns:p14="http://schemas.microsoft.com/office/powerpoint/2010/main" val="552958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792">
          <p15:clr>
            <a:srgbClr val="FBAE40"/>
          </p15:clr>
        </p15:guide>
        <p15:guide id="3" pos="189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se Study Option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1B68CA0-7EA3-7106-C27E-2168643F3514}"/>
              </a:ext>
            </a:extLst>
          </p:cNvPr>
          <p:cNvSpPr/>
          <p:nvPr userDrawn="1"/>
        </p:nvSpPr>
        <p:spPr>
          <a:xfrm>
            <a:off x="1" y="0"/>
            <a:ext cx="3342261" cy="6858000"/>
          </a:xfrm>
          <a:prstGeom prst="rect">
            <a:avLst/>
          </a:prstGeom>
          <a:solidFill>
            <a:srgbClr val="ECFAF8"/>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err="1"/>
          </a:p>
        </p:txBody>
      </p:sp>
      <p:sp>
        <p:nvSpPr>
          <p:cNvPr id="15" name="TextBox 14">
            <a:extLst>
              <a:ext uri="{FF2B5EF4-FFF2-40B4-BE49-F238E27FC236}">
                <a16:creationId xmlns:a16="http://schemas.microsoft.com/office/drawing/2014/main" id="{AEF1B9FB-CC68-4753-F35F-9731E77278A8}"/>
              </a:ext>
            </a:extLst>
          </p:cNvPr>
          <p:cNvSpPr txBox="1"/>
          <p:nvPr userDrawn="1"/>
        </p:nvSpPr>
        <p:spPr>
          <a:xfrm>
            <a:off x="256840" y="1233587"/>
            <a:ext cx="740908" cy="276999"/>
          </a:xfrm>
          <a:prstGeom prst="rect">
            <a:avLst/>
          </a:prstGeom>
          <a:noFill/>
        </p:spPr>
        <p:txBody>
          <a:bodyPr wrap="none" rtlCol="0">
            <a:spAutoFit/>
          </a:bodyPr>
          <a:lstStyle/>
          <a:p>
            <a:r>
              <a:rPr lang="en-US" sz="1200" b="1">
                <a:solidFill>
                  <a:schemeClr val="tx1"/>
                </a:solidFill>
                <a:latin typeface="Arial" panose="020B0604020202020204" pitchFamily="34" charset="0"/>
                <a:cs typeface="Arial" panose="020B0604020202020204" pitchFamily="34" charset="0"/>
              </a:rPr>
              <a:t>CLIENT</a:t>
            </a:r>
          </a:p>
        </p:txBody>
      </p:sp>
      <p:sp>
        <p:nvSpPr>
          <p:cNvPr id="16" name="TextBox 15">
            <a:extLst>
              <a:ext uri="{FF2B5EF4-FFF2-40B4-BE49-F238E27FC236}">
                <a16:creationId xmlns:a16="http://schemas.microsoft.com/office/drawing/2014/main" id="{AEF2C0A4-AB70-8D19-2A90-83716EB363DA}"/>
              </a:ext>
            </a:extLst>
          </p:cNvPr>
          <p:cNvSpPr txBox="1"/>
          <p:nvPr userDrawn="1"/>
        </p:nvSpPr>
        <p:spPr>
          <a:xfrm>
            <a:off x="255093" y="1973775"/>
            <a:ext cx="959365" cy="276999"/>
          </a:xfrm>
          <a:prstGeom prst="rect">
            <a:avLst/>
          </a:prstGeom>
          <a:noFill/>
        </p:spPr>
        <p:txBody>
          <a:bodyPr wrap="none" rtlCol="0">
            <a:spAutoFit/>
          </a:bodyPr>
          <a:lstStyle/>
          <a:p>
            <a:r>
              <a:rPr lang="en-US" sz="1200" b="1">
                <a:solidFill>
                  <a:schemeClr val="tx1"/>
                </a:solidFill>
                <a:latin typeface="Arial" panose="020B0604020202020204" pitchFamily="34" charset="0"/>
                <a:cs typeface="Arial" panose="020B0604020202020204" pitchFamily="34" charset="0"/>
              </a:rPr>
              <a:t>SERVICES</a:t>
            </a:r>
          </a:p>
        </p:txBody>
      </p:sp>
      <p:sp>
        <p:nvSpPr>
          <p:cNvPr id="17" name="TextBox 16">
            <a:extLst>
              <a:ext uri="{FF2B5EF4-FFF2-40B4-BE49-F238E27FC236}">
                <a16:creationId xmlns:a16="http://schemas.microsoft.com/office/drawing/2014/main" id="{5961BE66-E392-60C1-8E23-DA862FAA791A}"/>
              </a:ext>
            </a:extLst>
          </p:cNvPr>
          <p:cNvSpPr txBox="1"/>
          <p:nvPr userDrawn="1"/>
        </p:nvSpPr>
        <p:spPr>
          <a:xfrm>
            <a:off x="254506" y="3330813"/>
            <a:ext cx="732893" cy="276999"/>
          </a:xfrm>
          <a:prstGeom prst="rect">
            <a:avLst/>
          </a:prstGeom>
          <a:noFill/>
        </p:spPr>
        <p:txBody>
          <a:bodyPr wrap="none" rtlCol="0">
            <a:spAutoFit/>
          </a:bodyPr>
          <a:lstStyle/>
          <a:p>
            <a:r>
              <a:rPr lang="en-US" sz="1200" b="1">
                <a:solidFill>
                  <a:schemeClr val="tx1"/>
                </a:solidFill>
                <a:latin typeface="Arial" panose="020B0604020202020204" pitchFamily="34" charset="0"/>
                <a:cs typeface="Arial" panose="020B0604020202020204" pitchFamily="34" charset="0"/>
              </a:rPr>
              <a:t>SKILLS</a:t>
            </a:r>
          </a:p>
        </p:txBody>
      </p:sp>
      <p:pic>
        <p:nvPicPr>
          <p:cNvPr id="9" name="Picture 8" descr="A blue and green background&#10;&#10;Description automatically generated">
            <a:extLst>
              <a:ext uri="{FF2B5EF4-FFF2-40B4-BE49-F238E27FC236}">
                <a16:creationId xmlns:a16="http://schemas.microsoft.com/office/drawing/2014/main" id="{959BDAF7-6B26-FB5D-A702-1B6152449E1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l="6" t="26768" r="-7" b="57374"/>
          <a:stretch/>
        </p:blipFill>
        <p:spPr>
          <a:xfrm>
            <a:off x="0" y="0"/>
            <a:ext cx="12192000" cy="1087489"/>
          </a:xfrm>
          <a:prstGeom prst="rect">
            <a:avLst/>
          </a:prstGeom>
          <a:effectLst>
            <a:outerShdw blurRad="63500" dist="38100" dir="5400000" algn="t" rotWithShape="0">
              <a:prstClr val="black">
                <a:alpha val="30000"/>
              </a:prstClr>
            </a:outerShdw>
          </a:effectLst>
        </p:spPr>
      </p:pic>
      <p:sp>
        <p:nvSpPr>
          <p:cNvPr id="10" name="Title 1">
            <a:extLst>
              <a:ext uri="{FF2B5EF4-FFF2-40B4-BE49-F238E27FC236}">
                <a16:creationId xmlns:a16="http://schemas.microsoft.com/office/drawing/2014/main" id="{C5B76D90-3873-7702-8787-55DE90B4BFCD}"/>
              </a:ext>
            </a:extLst>
          </p:cNvPr>
          <p:cNvSpPr>
            <a:spLocks noGrp="1"/>
          </p:cNvSpPr>
          <p:nvPr>
            <p:ph type="title" hasCustomPrompt="1"/>
          </p:nvPr>
        </p:nvSpPr>
        <p:spPr>
          <a:xfrm>
            <a:off x="244118" y="536539"/>
            <a:ext cx="6497382" cy="461179"/>
          </a:xfrm>
          <a:prstGeom prst="rect">
            <a:avLst/>
          </a:prstGeom>
        </p:spPr>
        <p:txBody>
          <a:bodyPr/>
          <a:lstStyle>
            <a:lvl1pPr>
              <a:defRPr sz="2400" b="1" baseline="0">
                <a:solidFill>
                  <a:schemeClr val="bg2"/>
                </a:solidFill>
                <a:latin typeface="Arial" panose="020B0604020202020204" pitchFamily="34" charset="0"/>
                <a:cs typeface="Arial" panose="020B0604020202020204" pitchFamily="34" charset="0"/>
              </a:defRPr>
            </a:lvl1pPr>
          </a:lstStyle>
          <a:p>
            <a:r>
              <a:rPr lang="en-US"/>
              <a:t>Insert Title Here</a:t>
            </a:r>
          </a:p>
        </p:txBody>
      </p:sp>
      <p:sp>
        <p:nvSpPr>
          <p:cNvPr id="18" name="Slide Number Placeholder 2">
            <a:extLst>
              <a:ext uri="{FF2B5EF4-FFF2-40B4-BE49-F238E27FC236}">
                <a16:creationId xmlns:a16="http://schemas.microsoft.com/office/drawing/2014/main" id="{A615A4C8-E9A7-0ABE-0DA3-714DA8C69D34}"/>
              </a:ext>
            </a:extLst>
          </p:cNvPr>
          <p:cNvSpPr txBox="1">
            <a:spLocks/>
          </p:cNvSpPr>
          <p:nvPr userDrawn="1"/>
        </p:nvSpPr>
        <p:spPr>
          <a:xfrm>
            <a:off x="8849739" y="16192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l"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www.everforthapex.com</a:t>
            </a:r>
          </a:p>
        </p:txBody>
      </p:sp>
      <p:cxnSp>
        <p:nvCxnSpPr>
          <p:cNvPr id="14" name="Straight Connector 13">
            <a:extLst>
              <a:ext uri="{FF2B5EF4-FFF2-40B4-BE49-F238E27FC236}">
                <a16:creationId xmlns:a16="http://schemas.microsoft.com/office/drawing/2014/main" id="{41041359-91E2-EA56-1FFF-0F742322D760}"/>
              </a:ext>
            </a:extLst>
          </p:cNvPr>
          <p:cNvCxnSpPr>
            <a:cxnSpLocks/>
          </p:cNvCxnSpPr>
          <p:nvPr userDrawn="1"/>
        </p:nvCxnSpPr>
        <p:spPr>
          <a:xfrm flipH="1">
            <a:off x="326232" y="3574502"/>
            <a:ext cx="2683668"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E99CEEB-B5F6-F09D-198E-F02F8007D675}"/>
              </a:ext>
            </a:extLst>
          </p:cNvPr>
          <p:cNvCxnSpPr>
            <a:cxnSpLocks/>
          </p:cNvCxnSpPr>
          <p:nvPr userDrawn="1"/>
        </p:nvCxnSpPr>
        <p:spPr>
          <a:xfrm flipH="1">
            <a:off x="326232" y="2219189"/>
            <a:ext cx="2683668"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1FD5F30-4B52-6445-1120-CF120B932EBA}"/>
              </a:ext>
            </a:extLst>
          </p:cNvPr>
          <p:cNvCxnSpPr>
            <a:cxnSpLocks/>
          </p:cNvCxnSpPr>
          <p:nvPr userDrawn="1"/>
        </p:nvCxnSpPr>
        <p:spPr>
          <a:xfrm flipH="1">
            <a:off x="326232" y="1478475"/>
            <a:ext cx="2683668"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13DD2BF-DFFC-FE5A-B45B-64F5D5EAFAC5}"/>
              </a:ext>
            </a:extLst>
          </p:cNvPr>
          <p:cNvCxnSpPr>
            <a:cxnSpLocks/>
          </p:cNvCxnSpPr>
          <p:nvPr userDrawn="1"/>
        </p:nvCxnSpPr>
        <p:spPr>
          <a:xfrm flipH="1">
            <a:off x="326231" y="4815133"/>
            <a:ext cx="2683669" cy="0"/>
          </a:xfrm>
          <a:prstGeom prst="line">
            <a:avLst/>
          </a:prstGeom>
          <a:ln w="127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8">
            <a:extLst>
              <a:ext uri="{FF2B5EF4-FFF2-40B4-BE49-F238E27FC236}">
                <a16:creationId xmlns:a16="http://schemas.microsoft.com/office/drawing/2014/main" id="{B2BE897A-05B0-E7B3-E707-BFADD7963A8D}"/>
              </a:ext>
            </a:extLst>
          </p:cNvPr>
          <p:cNvSpPr>
            <a:spLocks noGrp="1"/>
          </p:cNvSpPr>
          <p:nvPr>
            <p:ph type="body" sz="quarter" idx="16" hasCustomPrompt="1"/>
          </p:nvPr>
        </p:nvSpPr>
        <p:spPr>
          <a:xfrm>
            <a:off x="3486151" y="1262162"/>
            <a:ext cx="8241506" cy="5100538"/>
          </a:xfrm>
          <a:prstGeom prst="rect">
            <a:avLst/>
          </a:prstGeom>
        </p:spPr>
        <p:txBody>
          <a:bodyPr/>
          <a:lstStyle>
            <a:lvl1pPr marL="0" indent="0">
              <a:buNone/>
              <a:defRPr sz="1100"/>
            </a:lvl1pPr>
          </a:lstStyle>
          <a:p>
            <a:pPr lvl="0"/>
            <a:r>
              <a:rPr lang="en-US"/>
              <a:t>Add text</a:t>
            </a:r>
          </a:p>
        </p:txBody>
      </p:sp>
      <p:sp>
        <p:nvSpPr>
          <p:cNvPr id="3" name="Text Placeholder 18">
            <a:extLst>
              <a:ext uri="{FF2B5EF4-FFF2-40B4-BE49-F238E27FC236}">
                <a16:creationId xmlns:a16="http://schemas.microsoft.com/office/drawing/2014/main" id="{19909E00-A565-9E95-1910-A99E2F2C4ADE}"/>
              </a:ext>
            </a:extLst>
          </p:cNvPr>
          <p:cNvSpPr>
            <a:spLocks noGrp="1"/>
          </p:cNvSpPr>
          <p:nvPr>
            <p:ph type="body" sz="quarter" idx="26" hasCustomPrompt="1"/>
          </p:nvPr>
        </p:nvSpPr>
        <p:spPr>
          <a:xfrm>
            <a:off x="9490076" y="677322"/>
            <a:ext cx="2337471" cy="384677"/>
          </a:xfrm>
          <a:prstGeom prst="rect">
            <a:avLst/>
          </a:prstGeom>
        </p:spPr>
        <p:txBody>
          <a:bodyPr/>
          <a:lstStyle>
            <a:lvl1pPr marL="0" indent="0" algn="r">
              <a:buNone/>
              <a:defRPr sz="1000">
                <a:solidFill>
                  <a:schemeClr val="bg2"/>
                </a:solidFill>
              </a:defRPr>
            </a:lvl1pPr>
          </a:lstStyle>
          <a:p>
            <a:pPr lvl="0"/>
            <a:r>
              <a:rPr lang="en-US"/>
              <a:t>Add additional text</a:t>
            </a:r>
          </a:p>
        </p:txBody>
      </p:sp>
      <p:sp>
        <p:nvSpPr>
          <p:cNvPr id="8" name="Text Placeholder 18">
            <a:extLst>
              <a:ext uri="{FF2B5EF4-FFF2-40B4-BE49-F238E27FC236}">
                <a16:creationId xmlns:a16="http://schemas.microsoft.com/office/drawing/2014/main" id="{68F9F65D-481F-34C1-9D41-123D864EA8F1}"/>
              </a:ext>
            </a:extLst>
          </p:cNvPr>
          <p:cNvSpPr>
            <a:spLocks noGrp="1"/>
          </p:cNvSpPr>
          <p:nvPr>
            <p:ph type="body" sz="quarter" idx="21" hasCustomPrompt="1"/>
          </p:nvPr>
        </p:nvSpPr>
        <p:spPr>
          <a:xfrm>
            <a:off x="261941" y="1525549"/>
            <a:ext cx="2747959" cy="384677"/>
          </a:xfrm>
          <a:prstGeom prst="rect">
            <a:avLst/>
          </a:prstGeom>
        </p:spPr>
        <p:txBody>
          <a:bodyPr/>
          <a:lstStyle>
            <a:lvl1pPr marL="0" indent="0">
              <a:buNone/>
              <a:defRPr sz="1050"/>
            </a:lvl1pPr>
          </a:lstStyle>
          <a:p>
            <a:pPr lvl="0"/>
            <a:r>
              <a:rPr lang="en-US"/>
              <a:t>Add additional text</a:t>
            </a:r>
          </a:p>
        </p:txBody>
      </p:sp>
      <p:sp>
        <p:nvSpPr>
          <p:cNvPr id="12" name="Text Placeholder 18">
            <a:extLst>
              <a:ext uri="{FF2B5EF4-FFF2-40B4-BE49-F238E27FC236}">
                <a16:creationId xmlns:a16="http://schemas.microsoft.com/office/drawing/2014/main" id="{685342ED-0AB5-A53C-EDB9-3F8AB41DAC71}"/>
              </a:ext>
            </a:extLst>
          </p:cNvPr>
          <p:cNvSpPr>
            <a:spLocks noGrp="1"/>
          </p:cNvSpPr>
          <p:nvPr>
            <p:ph type="body" sz="quarter" idx="22" hasCustomPrompt="1"/>
          </p:nvPr>
        </p:nvSpPr>
        <p:spPr>
          <a:xfrm>
            <a:off x="261941" y="2265087"/>
            <a:ext cx="2747959" cy="1026622"/>
          </a:xfrm>
          <a:prstGeom prst="rect">
            <a:avLst/>
          </a:prstGeom>
        </p:spPr>
        <p:txBody>
          <a:bodyPr/>
          <a:lstStyle>
            <a:lvl1pPr marL="171450" indent="-171450">
              <a:buFont typeface="Arial" panose="020B0604020202020204" pitchFamily="34" charset="0"/>
              <a:buChar char="•"/>
              <a:defRPr sz="1050"/>
            </a:lvl1pPr>
          </a:lstStyle>
          <a:p>
            <a:pPr lvl="0"/>
            <a:r>
              <a:rPr lang="en-US"/>
              <a:t>Add additional text</a:t>
            </a:r>
          </a:p>
        </p:txBody>
      </p:sp>
      <p:sp>
        <p:nvSpPr>
          <p:cNvPr id="19" name="Text Placeholder 18">
            <a:extLst>
              <a:ext uri="{FF2B5EF4-FFF2-40B4-BE49-F238E27FC236}">
                <a16:creationId xmlns:a16="http://schemas.microsoft.com/office/drawing/2014/main" id="{889478BE-3843-9192-4B40-F22A8EE573DB}"/>
              </a:ext>
            </a:extLst>
          </p:cNvPr>
          <p:cNvSpPr>
            <a:spLocks noGrp="1"/>
          </p:cNvSpPr>
          <p:nvPr>
            <p:ph type="body" sz="quarter" idx="23" hasCustomPrompt="1"/>
          </p:nvPr>
        </p:nvSpPr>
        <p:spPr>
          <a:xfrm>
            <a:off x="269085" y="3623572"/>
            <a:ext cx="2740815" cy="1026622"/>
          </a:xfrm>
          <a:prstGeom prst="rect">
            <a:avLst/>
          </a:prstGeom>
        </p:spPr>
        <p:txBody>
          <a:bodyPr/>
          <a:lstStyle>
            <a:lvl1pPr marL="171450" indent="-171450">
              <a:buFont typeface="Arial" panose="020B0604020202020204" pitchFamily="34" charset="0"/>
              <a:buChar char="•"/>
              <a:defRPr sz="1050"/>
            </a:lvl1pPr>
          </a:lstStyle>
          <a:p>
            <a:pPr lvl="0"/>
            <a:r>
              <a:rPr lang="en-US"/>
              <a:t>Add additional text</a:t>
            </a:r>
          </a:p>
        </p:txBody>
      </p:sp>
      <p:sp>
        <p:nvSpPr>
          <p:cNvPr id="22" name="Text Placeholder 18">
            <a:extLst>
              <a:ext uri="{FF2B5EF4-FFF2-40B4-BE49-F238E27FC236}">
                <a16:creationId xmlns:a16="http://schemas.microsoft.com/office/drawing/2014/main" id="{CCD8C482-E99C-9C0A-AEE1-69AC1C013743}"/>
              </a:ext>
            </a:extLst>
          </p:cNvPr>
          <p:cNvSpPr>
            <a:spLocks noGrp="1"/>
          </p:cNvSpPr>
          <p:nvPr>
            <p:ph type="body" sz="quarter" idx="24" hasCustomPrompt="1"/>
          </p:nvPr>
        </p:nvSpPr>
        <p:spPr>
          <a:xfrm>
            <a:off x="365655" y="5228454"/>
            <a:ext cx="2644246" cy="399184"/>
          </a:xfrm>
          <a:prstGeom prst="rect">
            <a:avLst/>
          </a:prstGeom>
        </p:spPr>
        <p:txBody>
          <a:bodyPr anchor="ctr"/>
          <a:lstStyle>
            <a:lvl1pPr marL="0" indent="0" algn="ctr">
              <a:buNone/>
              <a:defRPr sz="1400" b="1"/>
            </a:lvl1pPr>
          </a:lstStyle>
          <a:p>
            <a:pPr lvl="0"/>
            <a:r>
              <a:rPr lang="en-US"/>
              <a:t>Add additional text</a:t>
            </a:r>
          </a:p>
        </p:txBody>
      </p:sp>
      <p:pic>
        <p:nvPicPr>
          <p:cNvPr id="4" name="Graphic 3">
            <a:extLst>
              <a:ext uri="{FF2B5EF4-FFF2-40B4-BE49-F238E27FC236}">
                <a16:creationId xmlns:a16="http://schemas.microsoft.com/office/drawing/2014/main" id="{94A98E7F-4C38-5E71-2342-37F682C5D81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421747" y="6412832"/>
            <a:ext cx="1313053" cy="255983"/>
          </a:xfrm>
          <a:prstGeom prst="rect">
            <a:avLst/>
          </a:prstGeom>
        </p:spPr>
      </p:pic>
    </p:spTree>
    <p:extLst>
      <p:ext uri="{BB962C8B-B14F-4D97-AF65-F5344CB8AC3E}">
        <p14:creationId xmlns:p14="http://schemas.microsoft.com/office/powerpoint/2010/main" val="36886564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792">
          <p15:clr>
            <a:srgbClr val="FBAE40"/>
          </p15:clr>
        </p15:guide>
        <p15:guide id="3" pos="189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ase Studies Option">
    <p:bg>
      <p:bgRef idx="1001">
        <a:schemeClr val="bg1"/>
      </p:bgRef>
    </p:bg>
    <p:spTree>
      <p:nvGrpSpPr>
        <p:cNvPr id="1" name=""/>
        <p:cNvGrpSpPr/>
        <p:nvPr/>
      </p:nvGrpSpPr>
      <p:grpSpPr>
        <a:xfrm>
          <a:off x="0" y="0"/>
          <a:ext cx="0" cy="0"/>
          <a:chOff x="0" y="0"/>
          <a:chExt cx="0" cy="0"/>
        </a:xfrm>
      </p:grpSpPr>
      <p:pic>
        <p:nvPicPr>
          <p:cNvPr id="46" name="Picture 45" descr="A blue and green background&#10;&#10;Description automatically generated">
            <a:extLst>
              <a:ext uri="{FF2B5EF4-FFF2-40B4-BE49-F238E27FC236}">
                <a16:creationId xmlns:a16="http://schemas.microsoft.com/office/drawing/2014/main" id="{7B4C3C38-CE45-0914-6059-69CC90BD630A}"/>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l="6" t="26768" r="-7" b="57374"/>
          <a:stretch/>
        </p:blipFill>
        <p:spPr>
          <a:xfrm>
            <a:off x="0" y="0"/>
            <a:ext cx="12192000" cy="1087489"/>
          </a:xfrm>
          <a:prstGeom prst="rect">
            <a:avLst/>
          </a:prstGeom>
          <a:effectLst>
            <a:outerShdw blurRad="63500" dist="38100" dir="5400000" algn="t" rotWithShape="0">
              <a:prstClr val="black">
                <a:alpha val="30000"/>
              </a:prstClr>
            </a:outerShdw>
          </a:effectLst>
        </p:spPr>
      </p:pic>
      <p:sp>
        <p:nvSpPr>
          <p:cNvPr id="47" name="Title 1">
            <a:extLst>
              <a:ext uri="{FF2B5EF4-FFF2-40B4-BE49-F238E27FC236}">
                <a16:creationId xmlns:a16="http://schemas.microsoft.com/office/drawing/2014/main" id="{DD1CA6C2-5481-7CF9-0744-F418412390C9}"/>
              </a:ext>
            </a:extLst>
          </p:cNvPr>
          <p:cNvSpPr>
            <a:spLocks noGrp="1"/>
          </p:cNvSpPr>
          <p:nvPr>
            <p:ph type="title" hasCustomPrompt="1"/>
          </p:nvPr>
        </p:nvSpPr>
        <p:spPr>
          <a:xfrm>
            <a:off x="463193" y="536539"/>
            <a:ext cx="6497382" cy="461179"/>
          </a:xfrm>
          <a:prstGeom prst="rect">
            <a:avLst/>
          </a:prstGeom>
        </p:spPr>
        <p:txBody>
          <a:bodyPr/>
          <a:lstStyle>
            <a:lvl1pPr>
              <a:defRPr sz="2400" b="1" baseline="0">
                <a:solidFill>
                  <a:schemeClr val="bg2"/>
                </a:solidFill>
                <a:latin typeface="Arial" panose="020B0604020202020204" pitchFamily="34" charset="0"/>
                <a:cs typeface="Arial" panose="020B0604020202020204" pitchFamily="34" charset="0"/>
              </a:defRPr>
            </a:lvl1pPr>
          </a:lstStyle>
          <a:p>
            <a:r>
              <a:rPr lang="en-US"/>
              <a:t>Insert Title Here</a:t>
            </a:r>
          </a:p>
        </p:txBody>
      </p:sp>
      <p:sp>
        <p:nvSpPr>
          <p:cNvPr id="55" name="Slide Number Placeholder 2">
            <a:extLst>
              <a:ext uri="{FF2B5EF4-FFF2-40B4-BE49-F238E27FC236}">
                <a16:creationId xmlns:a16="http://schemas.microsoft.com/office/drawing/2014/main" id="{E0D79A5B-0F1D-149D-A0D1-2D181C29D7F4}"/>
              </a:ext>
            </a:extLst>
          </p:cNvPr>
          <p:cNvSpPr txBox="1">
            <a:spLocks/>
          </p:cNvSpPr>
          <p:nvPr userDrawn="1"/>
        </p:nvSpPr>
        <p:spPr>
          <a:xfrm>
            <a:off x="8849739" y="16192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l"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www.everforthapex.com</a:t>
            </a:r>
          </a:p>
        </p:txBody>
      </p:sp>
      <p:sp>
        <p:nvSpPr>
          <p:cNvPr id="58" name="Text Placeholder 18">
            <a:extLst>
              <a:ext uri="{FF2B5EF4-FFF2-40B4-BE49-F238E27FC236}">
                <a16:creationId xmlns:a16="http://schemas.microsoft.com/office/drawing/2014/main" id="{BA6047E6-DCB3-6743-5CDB-FB28FCBCD90C}"/>
              </a:ext>
            </a:extLst>
          </p:cNvPr>
          <p:cNvSpPr>
            <a:spLocks noGrp="1"/>
          </p:cNvSpPr>
          <p:nvPr userDrawn="1">
            <p:ph type="body" sz="quarter" idx="16" hasCustomPrompt="1"/>
          </p:nvPr>
        </p:nvSpPr>
        <p:spPr>
          <a:xfrm>
            <a:off x="6423650" y="2514600"/>
            <a:ext cx="5162550" cy="3657600"/>
          </a:xfrm>
          <a:prstGeom prst="rect">
            <a:avLst/>
          </a:prstGeom>
        </p:spPr>
        <p:txBody>
          <a:bodyPr/>
          <a:lstStyle>
            <a:lvl1pPr marL="0" indent="0">
              <a:buNone/>
              <a:defRPr sz="1100"/>
            </a:lvl1pPr>
          </a:lstStyle>
          <a:p>
            <a:pPr lvl="0"/>
            <a:r>
              <a:rPr lang="en-US"/>
              <a:t>Add text</a:t>
            </a:r>
          </a:p>
        </p:txBody>
      </p:sp>
      <p:sp>
        <p:nvSpPr>
          <p:cNvPr id="62" name="Text Placeholder 18">
            <a:extLst>
              <a:ext uri="{FF2B5EF4-FFF2-40B4-BE49-F238E27FC236}">
                <a16:creationId xmlns:a16="http://schemas.microsoft.com/office/drawing/2014/main" id="{5A2A6292-47AF-DF69-288B-B7053E05AA21}"/>
              </a:ext>
            </a:extLst>
          </p:cNvPr>
          <p:cNvSpPr>
            <a:spLocks noGrp="1"/>
          </p:cNvSpPr>
          <p:nvPr userDrawn="1">
            <p:ph type="body" sz="quarter" idx="18" hasCustomPrompt="1"/>
          </p:nvPr>
        </p:nvSpPr>
        <p:spPr>
          <a:xfrm>
            <a:off x="609600" y="2514600"/>
            <a:ext cx="5162550" cy="3657600"/>
          </a:xfrm>
          <a:prstGeom prst="rect">
            <a:avLst/>
          </a:prstGeom>
        </p:spPr>
        <p:txBody>
          <a:bodyPr/>
          <a:lstStyle>
            <a:lvl1pPr marL="0" indent="0">
              <a:buNone/>
              <a:defRPr sz="1100"/>
            </a:lvl1pPr>
          </a:lstStyle>
          <a:p>
            <a:pPr lvl="0"/>
            <a:r>
              <a:rPr lang="en-US"/>
              <a:t>Add text</a:t>
            </a:r>
          </a:p>
        </p:txBody>
      </p:sp>
      <p:sp>
        <p:nvSpPr>
          <p:cNvPr id="67" name="Text Placeholder 18">
            <a:extLst>
              <a:ext uri="{FF2B5EF4-FFF2-40B4-BE49-F238E27FC236}">
                <a16:creationId xmlns:a16="http://schemas.microsoft.com/office/drawing/2014/main" id="{E8ED3D62-8F44-71D5-8EE5-ECE25993FFDA}"/>
              </a:ext>
            </a:extLst>
          </p:cNvPr>
          <p:cNvSpPr>
            <a:spLocks noGrp="1"/>
          </p:cNvSpPr>
          <p:nvPr>
            <p:ph type="body" sz="quarter" idx="21" hasCustomPrompt="1"/>
          </p:nvPr>
        </p:nvSpPr>
        <p:spPr>
          <a:xfrm>
            <a:off x="6404556" y="2044705"/>
            <a:ext cx="3188318" cy="371479"/>
          </a:xfrm>
          <a:prstGeom prst="rect">
            <a:avLst/>
          </a:prstGeom>
        </p:spPr>
        <p:txBody>
          <a:bodyPr/>
          <a:lstStyle>
            <a:lvl1pPr marL="0" indent="0" algn="l">
              <a:buNone/>
              <a:defRPr sz="1600" b="1"/>
            </a:lvl1pPr>
          </a:lstStyle>
          <a:p>
            <a:pPr lvl="0"/>
            <a:r>
              <a:rPr lang="en-US"/>
              <a:t>Add Case Study Title here</a:t>
            </a:r>
          </a:p>
        </p:txBody>
      </p:sp>
      <p:sp>
        <p:nvSpPr>
          <p:cNvPr id="69" name="Content Placeholder 63">
            <a:extLst>
              <a:ext uri="{FF2B5EF4-FFF2-40B4-BE49-F238E27FC236}">
                <a16:creationId xmlns:a16="http://schemas.microsoft.com/office/drawing/2014/main" id="{55F34718-3E0E-68B0-A8AF-9CC24F595B70}"/>
              </a:ext>
            </a:extLst>
          </p:cNvPr>
          <p:cNvSpPr>
            <a:spLocks noGrp="1"/>
          </p:cNvSpPr>
          <p:nvPr>
            <p:ph sz="quarter" idx="23" hasCustomPrompt="1"/>
          </p:nvPr>
        </p:nvSpPr>
        <p:spPr>
          <a:xfrm>
            <a:off x="6404556" y="1324707"/>
            <a:ext cx="593016" cy="593016"/>
          </a:xfrm>
          <a:prstGeom prst="rect">
            <a:avLst/>
          </a:prstGeom>
        </p:spPr>
        <p:txBody>
          <a:bodyPr anchor="t"/>
          <a:lstStyle>
            <a:lvl1pPr marL="0" indent="0" algn="l">
              <a:buNone/>
              <a:defRPr sz="1200"/>
            </a:lvl1pPr>
            <a:lvl2pPr marL="457200" indent="0">
              <a:buNone/>
              <a:defRPr/>
            </a:lvl2pPr>
            <a:lvl3pPr marL="914400" indent="0">
              <a:buNone/>
              <a:defRPr/>
            </a:lvl3pPr>
          </a:lstStyle>
          <a:p>
            <a:pPr lvl="0"/>
            <a:r>
              <a:rPr lang="en-US"/>
              <a:t>Add icon</a:t>
            </a:r>
          </a:p>
        </p:txBody>
      </p:sp>
      <p:sp>
        <p:nvSpPr>
          <p:cNvPr id="2" name="Content Placeholder 63">
            <a:extLst>
              <a:ext uri="{FF2B5EF4-FFF2-40B4-BE49-F238E27FC236}">
                <a16:creationId xmlns:a16="http://schemas.microsoft.com/office/drawing/2014/main" id="{F24F5DA9-18AE-B157-7342-8079C29D6A9B}"/>
              </a:ext>
            </a:extLst>
          </p:cNvPr>
          <p:cNvSpPr>
            <a:spLocks noGrp="1"/>
          </p:cNvSpPr>
          <p:nvPr>
            <p:ph sz="quarter" idx="19" hasCustomPrompt="1"/>
          </p:nvPr>
        </p:nvSpPr>
        <p:spPr>
          <a:xfrm>
            <a:off x="609600" y="1324707"/>
            <a:ext cx="593016" cy="593016"/>
          </a:xfrm>
          <a:prstGeom prst="rect">
            <a:avLst/>
          </a:prstGeom>
        </p:spPr>
        <p:txBody>
          <a:bodyPr anchor="t"/>
          <a:lstStyle>
            <a:lvl1pPr marL="0" indent="0" algn="l">
              <a:buNone/>
              <a:defRPr sz="1200"/>
            </a:lvl1pPr>
            <a:lvl2pPr marL="457200" indent="0">
              <a:buNone/>
              <a:defRPr/>
            </a:lvl2pPr>
            <a:lvl3pPr marL="914400" indent="0">
              <a:buNone/>
              <a:defRPr/>
            </a:lvl3pPr>
          </a:lstStyle>
          <a:p>
            <a:pPr lvl="0"/>
            <a:r>
              <a:rPr lang="en-US"/>
              <a:t>Add icon</a:t>
            </a:r>
          </a:p>
        </p:txBody>
      </p:sp>
      <p:sp>
        <p:nvSpPr>
          <p:cNvPr id="3" name="Text Placeholder 18">
            <a:extLst>
              <a:ext uri="{FF2B5EF4-FFF2-40B4-BE49-F238E27FC236}">
                <a16:creationId xmlns:a16="http://schemas.microsoft.com/office/drawing/2014/main" id="{6203A6AE-427E-52A5-C247-C718F962C489}"/>
              </a:ext>
            </a:extLst>
          </p:cNvPr>
          <p:cNvSpPr>
            <a:spLocks noGrp="1"/>
          </p:cNvSpPr>
          <p:nvPr>
            <p:ph type="body" sz="quarter" idx="20" hasCustomPrompt="1"/>
          </p:nvPr>
        </p:nvSpPr>
        <p:spPr>
          <a:xfrm>
            <a:off x="609600" y="2047871"/>
            <a:ext cx="3188318" cy="371479"/>
          </a:xfrm>
          <a:prstGeom prst="rect">
            <a:avLst/>
          </a:prstGeom>
        </p:spPr>
        <p:txBody>
          <a:bodyPr/>
          <a:lstStyle>
            <a:lvl1pPr marL="0" indent="0" algn="l">
              <a:buNone/>
              <a:defRPr sz="1600" b="1"/>
            </a:lvl1pPr>
          </a:lstStyle>
          <a:p>
            <a:pPr lvl="0"/>
            <a:r>
              <a:rPr lang="en-US"/>
              <a:t>Add Case Study Title here</a:t>
            </a:r>
          </a:p>
        </p:txBody>
      </p:sp>
      <p:cxnSp>
        <p:nvCxnSpPr>
          <p:cNvPr id="5" name="Straight Connector 4">
            <a:extLst>
              <a:ext uri="{FF2B5EF4-FFF2-40B4-BE49-F238E27FC236}">
                <a16:creationId xmlns:a16="http://schemas.microsoft.com/office/drawing/2014/main" id="{D58EE45A-EE2A-0757-A33C-2A95CFFEBB7D}"/>
              </a:ext>
            </a:extLst>
          </p:cNvPr>
          <p:cNvCxnSpPr/>
          <p:nvPr userDrawn="1"/>
        </p:nvCxnSpPr>
        <p:spPr>
          <a:xfrm>
            <a:off x="457200" y="6362700"/>
            <a:ext cx="11277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4899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Case Studies Option">
    <p:bg>
      <p:bgRef idx="1001">
        <a:schemeClr val="bg1"/>
      </p:bgRef>
    </p:bg>
    <p:spTree>
      <p:nvGrpSpPr>
        <p:cNvPr id="1" name=""/>
        <p:cNvGrpSpPr/>
        <p:nvPr/>
      </p:nvGrpSpPr>
      <p:grpSpPr>
        <a:xfrm>
          <a:off x="0" y="0"/>
          <a:ext cx="0" cy="0"/>
          <a:chOff x="0" y="0"/>
          <a:chExt cx="0" cy="0"/>
        </a:xfrm>
      </p:grpSpPr>
      <p:pic>
        <p:nvPicPr>
          <p:cNvPr id="46" name="Picture 45" descr="A blue and green background&#10;&#10;Description automatically generated">
            <a:extLst>
              <a:ext uri="{FF2B5EF4-FFF2-40B4-BE49-F238E27FC236}">
                <a16:creationId xmlns:a16="http://schemas.microsoft.com/office/drawing/2014/main" id="{7B4C3C38-CE45-0914-6059-69CC90BD630A}"/>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l="6" t="26768" r="-7" b="57374"/>
          <a:stretch/>
        </p:blipFill>
        <p:spPr>
          <a:xfrm>
            <a:off x="0" y="0"/>
            <a:ext cx="12192000" cy="1087489"/>
          </a:xfrm>
          <a:prstGeom prst="rect">
            <a:avLst/>
          </a:prstGeom>
          <a:effectLst>
            <a:outerShdw blurRad="63500" dist="38100" dir="5400000" algn="t" rotWithShape="0">
              <a:prstClr val="black">
                <a:alpha val="30000"/>
              </a:prstClr>
            </a:outerShdw>
          </a:effectLst>
        </p:spPr>
      </p:pic>
      <p:sp>
        <p:nvSpPr>
          <p:cNvPr id="47" name="Title 1">
            <a:extLst>
              <a:ext uri="{FF2B5EF4-FFF2-40B4-BE49-F238E27FC236}">
                <a16:creationId xmlns:a16="http://schemas.microsoft.com/office/drawing/2014/main" id="{DD1CA6C2-5481-7CF9-0744-F418412390C9}"/>
              </a:ext>
            </a:extLst>
          </p:cNvPr>
          <p:cNvSpPr>
            <a:spLocks noGrp="1"/>
          </p:cNvSpPr>
          <p:nvPr>
            <p:ph type="title" hasCustomPrompt="1"/>
          </p:nvPr>
        </p:nvSpPr>
        <p:spPr>
          <a:xfrm>
            <a:off x="463193" y="536539"/>
            <a:ext cx="6497382" cy="461179"/>
          </a:xfrm>
          <a:prstGeom prst="rect">
            <a:avLst/>
          </a:prstGeom>
        </p:spPr>
        <p:txBody>
          <a:bodyPr/>
          <a:lstStyle>
            <a:lvl1pPr>
              <a:defRPr sz="2400" b="1" baseline="0">
                <a:solidFill>
                  <a:schemeClr val="bg2"/>
                </a:solidFill>
                <a:latin typeface="Arial" panose="020B0604020202020204" pitchFamily="34" charset="0"/>
                <a:cs typeface="Arial" panose="020B0604020202020204" pitchFamily="34" charset="0"/>
              </a:defRPr>
            </a:lvl1pPr>
          </a:lstStyle>
          <a:p>
            <a:r>
              <a:rPr lang="en-US"/>
              <a:t>Insert Title Here</a:t>
            </a:r>
          </a:p>
        </p:txBody>
      </p:sp>
      <p:sp>
        <p:nvSpPr>
          <p:cNvPr id="55" name="Slide Number Placeholder 2">
            <a:extLst>
              <a:ext uri="{FF2B5EF4-FFF2-40B4-BE49-F238E27FC236}">
                <a16:creationId xmlns:a16="http://schemas.microsoft.com/office/drawing/2014/main" id="{E0D79A5B-0F1D-149D-A0D1-2D181C29D7F4}"/>
              </a:ext>
            </a:extLst>
          </p:cNvPr>
          <p:cNvSpPr txBox="1">
            <a:spLocks/>
          </p:cNvSpPr>
          <p:nvPr userDrawn="1"/>
        </p:nvSpPr>
        <p:spPr>
          <a:xfrm>
            <a:off x="8849739" y="16192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l"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www.everforthapex.com</a:t>
            </a:r>
          </a:p>
        </p:txBody>
      </p:sp>
      <p:sp>
        <p:nvSpPr>
          <p:cNvPr id="58" name="Text Placeholder 18">
            <a:extLst>
              <a:ext uri="{FF2B5EF4-FFF2-40B4-BE49-F238E27FC236}">
                <a16:creationId xmlns:a16="http://schemas.microsoft.com/office/drawing/2014/main" id="{BA6047E6-DCB3-6743-5CDB-FB28FCBCD90C}"/>
              </a:ext>
            </a:extLst>
          </p:cNvPr>
          <p:cNvSpPr>
            <a:spLocks noGrp="1"/>
          </p:cNvSpPr>
          <p:nvPr userDrawn="1">
            <p:ph type="body" sz="quarter" idx="16" hasCustomPrompt="1"/>
          </p:nvPr>
        </p:nvSpPr>
        <p:spPr>
          <a:xfrm>
            <a:off x="4502305" y="2559023"/>
            <a:ext cx="3187697" cy="3660802"/>
          </a:xfrm>
          <a:prstGeom prst="rect">
            <a:avLst/>
          </a:prstGeom>
        </p:spPr>
        <p:txBody>
          <a:bodyPr/>
          <a:lstStyle>
            <a:lvl1pPr marL="0" indent="0">
              <a:buNone/>
              <a:defRPr sz="1100"/>
            </a:lvl1pPr>
          </a:lstStyle>
          <a:p>
            <a:pPr lvl="0"/>
            <a:r>
              <a:rPr lang="en-US"/>
              <a:t>Add text</a:t>
            </a:r>
          </a:p>
        </p:txBody>
      </p:sp>
      <p:sp>
        <p:nvSpPr>
          <p:cNvPr id="61" name="Text Placeholder 18">
            <a:extLst>
              <a:ext uri="{FF2B5EF4-FFF2-40B4-BE49-F238E27FC236}">
                <a16:creationId xmlns:a16="http://schemas.microsoft.com/office/drawing/2014/main" id="{D8485425-D214-68C3-813B-97A14AF56740}"/>
              </a:ext>
            </a:extLst>
          </p:cNvPr>
          <p:cNvSpPr>
            <a:spLocks noGrp="1"/>
          </p:cNvSpPr>
          <p:nvPr userDrawn="1">
            <p:ph type="body" sz="quarter" idx="17" hasCustomPrompt="1"/>
          </p:nvPr>
        </p:nvSpPr>
        <p:spPr>
          <a:xfrm>
            <a:off x="8284543" y="2559023"/>
            <a:ext cx="3187697" cy="3660802"/>
          </a:xfrm>
          <a:prstGeom prst="rect">
            <a:avLst/>
          </a:prstGeom>
        </p:spPr>
        <p:txBody>
          <a:bodyPr/>
          <a:lstStyle>
            <a:lvl1pPr marL="0" indent="0">
              <a:buNone/>
              <a:defRPr sz="1100"/>
            </a:lvl1pPr>
          </a:lstStyle>
          <a:p>
            <a:pPr lvl="0"/>
            <a:r>
              <a:rPr lang="en-US"/>
              <a:t>Add text</a:t>
            </a:r>
          </a:p>
        </p:txBody>
      </p:sp>
      <p:sp>
        <p:nvSpPr>
          <p:cNvPr id="62" name="Text Placeholder 18">
            <a:extLst>
              <a:ext uri="{FF2B5EF4-FFF2-40B4-BE49-F238E27FC236}">
                <a16:creationId xmlns:a16="http://schemas.microsoft.com/office/drawing/2014/main" id="{5A2A6292-47AF-DF69-288B-B7053E05AA21}"/>
              </a:ext>
            </a:extLst>
          </p:cNvPr>
          <p:cNvSpPr>
            <a:spLocks noGrp="1"/>
          </p:cNvSpPr>
          <p:nvPr userDrawn="1">
            <p:ph type="body" sz="quarter" idx="18" hasCustomPrompt="1"/>
          </p:nvPr>
        </p:nvSpPr>
        <p:spPr>
          <a:xfrm>
            <a:off x="719139" y="2559023"/>
            <a:ext cx="3187697" cy="3660802"/>
          </a:xfrm>
          <a:prstGeom prst="rect">
            <a:avLst/>
          </a:prstGeom>
        </p:spPr>
        <p:txBody>
          <a:bodyPr/>
          <a:lstStyle>
            <a:lvl1pPr marL="0" indent="0">
              <a:buNone/>
              <a:defRPr sz="1100"/>
            </a:lvl1pPr>
          </a:lstStyle>
          <a:p>
            <a:pPr lvl="0"/>
            <a:r>
              <a:rPr lang="en-US"/>
              <a:t>Add text</a:t>
            </a:r>
          </a:p>
        </p:txBody>
      </p:sp>
      <p:sp>
        <p:nvSpPr>
          <p:cNvPr id="64" name="Content Placeholder 63">
            <a:extLst>
              <a:ext uri="{FF2B5EF4-FFF2-40B4-BE49-F238E27FC236}">
                <a16:creationId xmlns:a16="http://schemas.microsoft.com/office/drawing/2014/main" id="{43F3DC9F-6D2D-A9DB-FDC4-7E87CD0AAFCB}"/>
              </a:ext>
            </a:extLst>
          </p:cNvPr>
          <p:cNvSpPr>
            <a:spLocks noGrp="1"/>
          </p:cNvSpPr>
          <p:nvPr userDrawn="1">
            <p:ph sz="quarter" idx="19" hasCustomPrompt="1"/>
          </p:nvPr>
        </p:nvSpPr>
        <p:spPr>
          <a:xfrm>
            <a:off x="719139" y="1324707"/>
            <a:ext cx="593016" cy="593016"/>
          </a:xfrm>
          <a:prstGeom prst="rect">
            <a:avLst/>
          </a:prstGeom>
        </p:spPr>
        <p:txBody>
          <a:bodyPr anchor="t"/>
          <a:lstStyle>
            <a:lvl1pPr marL="0" indent="0" algn="l">
              <a:buNone/>
              <a:defRPr sz="1200"/>
            </a:lvl1pPr>
            <a:lvl2pPr marL="457200" indent="0">
              <a:buNone/>
              <a:defRPr/>
            </a:lvl2pPr>
            <a:lvl3pPr marL="914400" indent="0">
              <a:buNone/>
              <a:defRPr/>
            </a:lvl3pPr>
          </a:lstStyle>
          <a:p>
            <a:pPr lvl="0"/>
            <a:r>
              <a:rPr lang="en-US"/>
              <a:t>Add icon</a:t>
            </a:r>
          </a:p>
        </p:txBody>
      </p:sp>
      <p:sp>
        <p:nvSpPr>
          <p:cNvPr id="65" name="Text Placeholder 18">
            <a:extLst>
              <a:ext uri="{FF2B5EF4-FFF2-40B4-BE49-F238E27FC236}">
                <a16:creationId xmlns:a16="http://schemas.microsoft.com/office/drawing/2014/main" id="{B724171A-92B4-8122-F0E9-F5A5A4A508B2}"/>
              </a:ext>
            </a:extLst>
          </p:cNvPr>
          <p:cNvSpPr>
            <a:spLocks noGrp="1"/>
          </p:cNvSpPr>
          <p:nvPr userDrawn="1">
            <p:ph type="body" sz="quarter" idx="20" hasCustomPrompt="1"/>
          </p:nvPr>
        </p:nvSpPr>
        <p:spPr>
          <a:xfrm>
            <a:off x="719139" y="2047871"/>
            <a:ext cx="3188318" cy="371479"/>
          </a:xfrm>
          <a:prstGeom prst="rect">
            <a:avLst/>
          </a:prstGeom>
        </p:spPr>
        <p:txBody>
          <a:bodyPr/>
          <a:lstStyle>
            <a:lvl1pPr marL="0" indent="0" algn="l">
              <a:buNone/>
              <a:defRPr sz="1600" b="1"/>
            </a:lvl1pPr>
          </a:lstStyle>
          <a:p>
            <a:pPr lvl="0"/>
            <a:r>
              <a:rPr lang="en-US"/>
              <a:t>Add Case Study Title here</a:t>
            </a:r>
          </a:p>
        </p:txBody>
      </p:sp>
      <p:sp>
        <p:nvSpPr>
          <p:cNvPr id="67" name="Text Placeholder 18">
            <a:extLst>
              <a:ext uri="{FF2B5EF4-FFF2-40B4-BE49-F238E27FC236}">
                <a16:creationId xmlns:a16="http://schemas.microsoft.com/office/drawing/2014/main" id="{E8ED3D62-8F44-71D5-8EE5-ECE25993FFDA}"/>
              </a:ext>
            </a:extLst>
          </p:cNvPr>
          <p:cNvSpPr>
            <a:spLocks noGrp="1"/>
          </p:cNvSpPr>
          <p:nvPr>
            <p:ph type="body" sz="quarter" idx="21" hasCustomPrompt="1"/>
          </p:nvPr>
        </p:nvSpPr>
        <p:spPr>
          <a:xfrm>
            <a:off x="4502305" y="2047871"/>
            <a:ext cx="3188318" cy="371479"/>
          </a:xfrm>
          <a:prstGeom prst="rect">
            <a:avLst/>
          </a:prstGeom>
        </p:spPr>
        <p:txBody>
          <a:bodyPr/>
          <a:lstStyle>
            <a:lvl1pPr marL="0" indent="0" algn="l">
              <a:buNone/>
              <a:defRPr sz="1600" b="1"/>
            </a:lvl1pPr>
          </a:lstStyle>
          <a:p>
            <a:pPr lvl="0"/>
            <a:r>
              <a:rPr lang="en-US"/>
              <a:t>Add Case Study Title here</a:t>
            </a:r>
          </a:p>
        </p:txBody>
      </p:sp>
      <p:sp>
        <p:nvSpPr>
          <p:cNvPr id="68" name="Text Placeholder 18">
            <a:extLst>
              <a:ext uri="{FF2B5EF4-FFF2-40B4-BE49-F238E27FC236}">
                <a16:creationId xmlns:a16="http://schemas.microsoft.com/office/drawing/2014/main" id="{5571FF1E-FC85-0661-837A-56B91E2D35B1}"/>
              </a:ext>
            </a:extLst>
          </p:cNvPr>
          <p:cNvSpPr>
            <a:spLocks noGrp="1"/>
          </p:cNvSpPr>
          <p:nvPr>
            <p:ph type="body" sz="quarter" idx="22" hasCustomPrompt="1"/>
          </p:nvPr>
        </p:nvSpPr>
        <p:spPr>
          <a:xfrm>
            <a:off x="8284543" y="2047871"/>
            <a:ext cx="3188318" cy="371479"/>
          </a:xfrm>
          <a:prstGeom prst="rect">
            <a:avLst/>
          </a:prstGeom>
        </p:spPr>
        <p:txBody>
          <a:bodyPr/>
          <a:lstStyle>
            <a:lvl1pPr marL="0" indent="0" algn="l">
              <a:buNone/>
              <a:defRPr sz="1600" b="1"/>
            </a:lvl1pPr>
          </a:lstStyle>
          <a:p>
            <a:pPr lvl="0"/>
            <a:r>
              <a:rPr lang="en-US"/>
              <a:t>Add Case Study Title here</a:t>
            </a:r>
          </a:p>
        </p:txBody>
      </p:sp>
      <p:sp>
        <p:nvSpPr>
          <p:cNvPr id="69" name="Content Placeholder 63">
            <a:extLst>
              <a:ext uri="{FF2B5EF4-FFF2-40B4-BE49-F238E27FC236}">
                <a16:creationId xmlns:a16="http://schemas.microsoft.com/office/drawing/2014/main" id="{55F34718-3E0E-68B0-A8AF-9CC24F595B70}"/>
              </a:ext>
            </a:extLst>
          </p:cNvPr>
          <p:cNvSpPr>
            <a:spLocks noGrp="1"/>
          </p:cNvSpPr>
          <p:nvPr>
            <p:ph sz="quarter" idx="23" hasCustomPrompt="1"/>
          </p:nvPr>
        </p:nvSpPr>
        <p:spPr>
          <a:xfrm>
            <a:off x="4502305" y="1324707"/>
            <a:ext cx="593016" cy="593016"/>
          </a:xfrm>
          <a:prstGeom prst="rect">
            <a:avLst/>
          </a:prstGeom>
        </p:spPr>
        <p:txBody>
          <a:bodyPr anchor="t"/>
          <a:lstStyle>
            <a:lvl1pPr marL="0" indent="0" algn="l">
              <a:buNone/>
              <a:defRPr sz="1200"/>
            </a:lvl1pPr>
            <a:lvl2pPr marL="457200" indent="0">
              <a:buNone/>
              <a:defRPr/>
            </a:lvl2pPr>
            <a:lvl3pPr marL="914400" indent="0">
              <a:buNone/>
              <a:defRPr/>
            </a:lvl3pPr>
          </a:lstStyle>
          <a:p>
            <a:pPr lvl="0"/>
            <a:r>
              <a:rPr lang="en-US"/>
              <a:t>Add icon</a:t>
            </a:r>
          </a:p>
        </p:txBody>
      </p:sp>
      <p:sp>
        <p:nvSpPr>
          <p:cNvPr id="70" name="Content Placeholder 63">
            <a:extLst>
              <a:ext uri="{FF2B5EF4-FFF2-40B4-BE49-F238E27FC236}">
                <a16:creationId xmlns:a16="http://schemas.microsoft.com/office/drawing/2014/main" id="{E091EFB4-241F-847A-6275-8F597413E89E}"/>
              </a:ext>
            </a:extLst>
          </p:cNvPr>
          <p:cNvSpPr>
            <a:spLocks noGrp="1"/>
          </p:cNvSpPr>
          <p:nvPr>
            <p:ph sz="quarter" idx="24" hasCustomPrompt="1"/>
          </p:nvPr>
        </p:nvSpPr>
        <p:spPr>
          <a:xfrm>
            <a:off x="8284543" y="1324707"/>
            <a:ext cx="593016" cy="593016"/>
          </a:xfrm>
          <a:prstGeom prst="rect">
            <a:avLst/>
          </a:prstGeom>
        </p:spPr>
        <p:txBody>
          <a:bodyPr anchor="t"/>
          <a:lstStyle>
            <a:lvl1pPr marL="0" indent="0" algn="l">
              <a:buNone/>
              <a:defRPr sz="1200"/>
            </a:lvl1pPr>
            <a:lvl2pPr marL="457200" indent="0">
              <a:buNone/>
              <a:defRPr/>
            </a:lvl2pPr>
            <a:lvl3pPr marL="914400" indent="0">
              <a:buNone/>
              <a:defRPr/>
            </a:lvl3pPr>
          </a:lstStyle>
          <a:p>
            <a:pPr lvl="0"/>
            <a:r>
              <a:rPr lang="en-US"/>
              <a:t>Add icon</a:t>
            </a:r>
          </a:p>
        </p:txBody>
      </p:sp>
      <p:cxnSp>
        <p:nvCxnSpPr>
          <p:cNvPr id="71" name="Straight Connector 70">
            <a:extLst>
              <a:ext uri="{FF2B5EF4-FFF2-40B4-BE49-F238E27FC236}">
                <a16:creationId xmlns:a16="http://schemas.microsoft.com/office/drawing/2014/main" id="{6675A21D-8411-7923-0B22-C8FC0C3A780C}"/>
              </a:ext>
            </a:extLst>
          </p:cNvPr>
          <p:cNvCxnSpPr/>
          <p:nvPr userDrawn="1"/>
        </p:nvCxnSpPr>
        <p:spPr>
          <a:xfrm>
            <a:off x="457200" y="6362700"/>
            <a:ext cx="11277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78079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pability Overview - single slide">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BC29B3-CF07-EF8B-47A8-BB77E3F4472A}"/>
              </a:ext>
            </a:extLst>
          </p:cNvPr>
          <p:cNvSpPr/>
          <p:nvPr userDrawn="1"/>
        </p:nvSpPr>
        <p:spPr>
          <a:xfrm>
            <a:off x="6732814" y="0"/>
            <a:ext cx="5459187" cy="6858000"/>
          </a:xfrm>
          <a:prstGeom prst="rect">
            <a:avLst/>
          </a:prstGeom>
          <a:solidFill>
            <a:srgbClr val="ECFAF8"/>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err="1"/>
          </a:p>
        </p:txBody>
      </p:sp>
      <p:pic>
        <p:nvPicPr>
          <p:cNvPr id="3" name="Picture 2" descr="A blue and green background&#10;&#10;Description automatically generated">
            <a:extLst>
              <a:ext uri="{FF2B5EF4-FFF2-40B4-BE49-F238E27FC236}">
                <a16:creationId xmlns:a16="http://schemas.microsoft.com/office/drawing/2014/main" id="{3CED2025-E664-15E9-4C5F-1B2C08C2D1C8}"/>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l="6" t="26768" r="-7" b="57374"/>
          <a:stretch/>
        </p:blipFill>
        <p:spPr>
          <a:xfrm>
            <a:off x="0" y="0"/>
            <a:ext cx="12192000" cy="1087489"/>
          </a:xfrm>
          <a:prstGeom prst="rect">
            <a:avLst/>
          </a:prstGeom>
          <a:effectLst>
            <a:outerShdw blurRad="63500" dist="38100" dir="5400000" algn="t" rotWithShape="0">
              <a:prstClr val="black">
                <a:alpha val="30000"/>
              </a:prstClr>
            </a:outerShdw>
          </a:effectLst>
        </p:spPr>
      </p:pic>
      <p:sp>
        <p:nvSpPr>
          <p:cNvPr id="4" name="Slide Number Placeholder 2">
            <a:extLst>
              <a:ext uri="{FF2B5EF4-FFF2-40B4-BE49-F238E27FC236}">
                <a16:creationId xmlns:a16="http://schemas.microsoft.com/office/drawing/2014/main" id="{0AF93FB1-0946-E7DD-A899-2DD3B719B8FE}"/>
              </a:ext>
            </a:extLst>
          </p:cNvPr>
          <p:cNvSpPr txBox="1">
            <a:spLocks/>
          </p:cNvSpPr>
          <p:nvPr userDrawn="1"/>
        </p:nvSpPr>
        <p:spPr>
          <a:xfrm>
            <a:off x="8849739" y="16192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l"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www.everforthapex.com</a:t>
            </a:r>
          </a:p>
        </p:txBody>
      </p:sp>
      <p:sp>
        <p:nvSpPr>
          <p:cNvPr id="5" name="Title 1">
            <a:extLst>
              <a:ext uri="{FF2B5EF4-FFF2-40B4-BE49-F238E27FC236}">
                <a16:creationId xmlns:a16="http://schemas.microsoft.com/office/drawing/2014/main" id="{1C6D2FD0-95E4-2BA4-1292-DD3DED9FEB6B}"/>
              </a:ext>
            </a:extLst>
          </p:cNvPr>
          <p:cNvSpPr>
            <a:spLocks noGrp="1"/>
          </p:cNvSpPr>
          <p:nvPr>
            <p:ph type="title" hasCustomPrompt="1"/>
          </p:nvPr>
        </p:nvSpPr>
        <p:spPr>
          <a:xfrm>
            <a:off x="358418" y="536539"/>
            <a:ext cx="6090007" cy="461179"/>
          </a:xfrm>
          <a:prstGeom prst="rect">
            <a:avLst/>
          </a:prstGeom>
        </p:spPr>
        <p:txBody>
          <a:bodyPr/>
          <a:lstStyle>
            <a:lvl1pPr>
              <a:defRPr sz="2400" b="1" baseline="0">
                <a:solidFill>
                  <a:schemeClr val="bg2"/>
                </a:solidFill>
                <a:latin typeface="Arial" panose="020B0604020202020204" pitchFamily="34" charset="0"/>
                <a:cs typeface="Arial" panose="020B0604020202020204" pitchFamily="34" charset="0"/>
              </a:defRPr>
            </a:lvl1pPr>
          </a:lstStyle>
          <a:p>
            <a:r>
              <a:rPr lang="en-US"/>
              <a:t>Insert Title Here</a:t>
            </a:r>
          </a:p>
        </p:txBody>
      </p:sp>
      <p:sp>
        <p:nvSpPr>
          <p:cNvPr id="6" name="Text Placeholder 18">
            <a:extLst>
              <a:ext uri="{FF2B5EF4-FFF2-40B4-BE49-F238E27FC236}">
                <a16:creationId xmlns:a16="http://schemas.microsoft.com/office/drawing/2014/main" id="{0FA1505F-CE2F-10C4-C139-118CC4BA1C80}"/>
              </a:ext>
            </a:extLst>
          </p:cNvPr>
          <p:cNvSpPr>
            <a:spLocks noGrp="1"/>
          </p:cNvSpPr>
          <p:nvPr>
            <p:ph type="body" sz="quarter" idx="16" hasCustomPrompt="1"/>
          </p:nvPr>
        </p:nvSpPr>
        <p:spPr>
          <a:xfrm>
            <a:off x="371476" y="1262162"/>
            <a:ext cx="6076949" cy="928588"/>
          </a:xfrm>
          <a:prstGeom prst="rect">
            <a:avLst/>
          </a:prstGeom>
        </p:spPr>
        <p:txBody>
          <a:bodyPr/>
          <a:lstStyle>
            <a:lvl1pPr marL="0" indent="0">
              <a:buNone/>
              <a:defRPr sz="1200"/>
            </a:lvl1pPr>
          </a:lstStyle>
          <a:p>
            <a:pPr lvl="0"/>
            <a:r>
              <a:rPr lang="en-US"/>
              <a:t>Add text</a:t>
            </a:r>
          </a:p>
        </p:txBody>
      </p:sp>
      <p:sp>
        <p:nvSpPr>
          <p:cNvPr id="7" name="Text Placeholder 18">
            <a:extLst>
              <a:ext uri="{FF2B5EF4-FFF2-40B4-BE49-F238E27FC236}">
                <a16:creationId xmlns:a16="http://schemas.microsoft.com/office/drawing/2014/main" id="{25E02973-EE43-75D2-AC2E-CB71E04BF275}"/>
              </a:ext>
            </a:extLst>
          </p:cNvPr>
          <p:cNvSpPr>
            <a:spLocks noGrp="1"/>
          </p:cNvSpPr>
          <p:nvPr>
            <p:ph type="body" sz="quarter" idx="20" hasCustomPrompt="1"/>
          </p:nvPr>
        </p:nvSpPr>
        <p:spPr>
          <a:xfrm>
            <a:off x="371476" y="2384474"/>
            <a:ext cx="3188318" cy="273002"/>
          </a:xfrm>
          <a:prstGeom prst="rect">
            <a:avLst/>
          </a:prstGeom>
        </p:spPr>
        <p:txBody>
          <a:bodyPr/>
          <a:lstStyle>
            <a:lvl1pPr marL="0" indent="0" algn="l">
              <a:buNone/>
              <a:defRPr sz="1400" b="1"/>
            </a:lvl1pPr>
          </a:lstStyle>
          <a:p>
            <a:pPr lvl="0"/>
            <a:r>
              <a:rPr lang="en-US"/>
              <a:t>ADD SUBTITLE HERE</a:t>
            </a:r>
          </a:p>
        </p:txBody>
      </p:sp>
      <p:sp>
        <p:nvSpPr>
          <p:cNvPr id="14" name="Text Placeholder 18">
            <a:extLst>
              <a:ext uri="{FF2B5EF4-FFF2-40B4-BE49-F238E27FC236}">
                <a16:creationId xmlns:a16="http://schemas.microsoft.com/office/drawing/2014/main" id="{9F81FF32-FF33-B3CD-64A0-FC8BBC132F96}"/>
              </a:ext>
            </a:extLst>
          </p:cNvPr>
          <p:cNvSpPr>
            <a:spLocks noGrp="1"/>
          </p:cNvSpPr>
          <p:nvPr>
            <p:ph type="body" sz="quarter" idx="23" hasCustomPrompt="1"/>
          </p:nvPr>
        </p:nvSpPr>
        <p:spPr>
          <a:xfrm>
            <a:off x="6993031" y="5162318"/>
            <a:ext cx="3188318" cy="273002"/>
          </a:xfrm>
          <a:prstGeom prst="rect">
            <a:avLst/>
          </a:prstGeom>
        </p:spPr>
        <p:txBody>
          <a:bodyPr/>
          <a:lstStyle>
            <a:lvl1pPr marL="0" indent="0" algn="l">
              <a:buNone/>
              <a:defRPr sz="1400" b="1"/>
            </a:lvl1pPr>
          </a:lstStyle>
          <a:p>
            <a:pPr lvl="0"/>
            <a:r>
              <a:rPr lang="en-US"/>
              <a:t>ADD SUBTITLE HERE</a:t>
            </a:r>
          </a:p>
        </p:txBody>
      </p:sp>
      <p:sp>
        <p:nvSpPr>
          <p:cNvPr id="13" name="Text Placeholder 18">
            <a:extLst>
              <a:ext uri="{FF2B5EF4-FFF2-40B4-BE49-F238E27FC236}">
                <a16:creationId xmlns:a16="http://schemas.microsoft.com/office/drawing/2014/main" id="{F8B47D3F-528C-40A2-41F3-23E2E8EE2D76}"/>
              </a:ext>
            </a:extLst>
          </p:cNvPr>
          <p:cNvSpPr>
            <a:spLocks noGrp="1"/>
          </p:cNvSpPr>
          <p:nvPr>
            <p:ph type="body" sz="quarter" idx="22" hasCustomPrompt="1"/>
          </p:nvPr>
        </p:nvSpPr>
        <p:spPr>
          <a:xfrm>
            <a:off x="6993031" y="3861021"/>
            <a:ext cx="3188318" cy="273002"/>
          </a:xfrm>
          <a:prstGeom prst="rect">
            <a:avLst/>
          </a:prstGeom>
        </p:spPr>
        <p:txBody>
          <a:bodyPr/>
          <a:lstStyle>
            <a:lvl1pPr marL="0" indent="0" algn="l">
              <a:buNone/>
              <a:defRPr sz="1400" b="1"/>
            </a:lvl1pPr>
          </a:lstStyle>
          <a:p>
            <a:pPr lvl="0"/>
            <a:r>
              <a:rPr lang="en-US"/>
              <a:t>ADD SUBTITLE HERE</a:t>
            </a:r>
          </a:p>
        </p:txBody>
      </p:sp>
      <p:sp>
        <p:nvSpPr>
          <p:cNvPr id="12" name="Text Placeholder 18">
            <a:extLst>
              <a:ext uri="{FF2B5EF4-FFF2-40B4-BE49-F238E27FC236}">
                <a16:creationId xmlns:a16="http://schemas.microsoft.com/office/drawing/2014/main" id="{44E9C8DC-C817-DDB8-456F-9BE8DF705A3E}"/>
              </a:ext>
            </a:extLst>
          </p:cNvPr>
          <p:cNvSpPr>
            <a:spLocks noGrp="1"/>
          </p:cNvSpPr>
          <p:nvPr>
            <p:ph type="body" sz="quarter" idx="21" hasCustomPrompt="1"/>
          </p:nvPr>
        </p:nvSpPr>
        <p:spPr>
          <a:xfrm>
            <a:off x="6993031" y="1356877"/>
            <a:ext cx="3188318" cy="273002"/>
          </a:xfrm>
          <a:prstGeom prst="rect">
            <a:avLst/>
          </a:prstGeom>
        </p:spPr>
        <p:txBody>
          <a:bodyPr/>
          <a:lstStyle>
            <a:lvl1pPr marL="0" indent="0" algn="l">
              <a:buNone/>
              <a:defRPr sz="1400" b="1"/>
            </a:lvl1pPr>
          </a:lstStyle>
          <a:p>
            <a:pPr lvl="0"/>
            <a:r>
              <a:rPr lang="en-US"/>
              <a:t>ADD SUBTITLE HERE</a:t>
            </a:r>
          </a:p>
        </p:txBody>
      </p:sp>
    </p:spTree>
    <p:extLst>
      <p:ext uri="{BB962C8B-B14F-4D97-AF65-F5344CB8AC3E}">
        <p14:creationId xmlns:p14="http://schemas.microsoft.com/office/powerpoint/2010/main" val="34541310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Breaker slide 1">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6FD654-47F0-208B-BAB4-0191E7282D6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3" name="Text Placeholder 15">
            <a:extLst>
              <a:ext uri="{FF2B5EF4-FFF2-40B4-BE49-F238E27FC236}">
                <a16:creationId xmlns:a16="http://schemas.microsoft.com/office/drawing/2014/main" id="{4692787E-0972-BF81-0D21-8ECDCAB23068}"/>
              </a:ext>
            </a:extLst>
          </p:cNvPr>
          <p:cNvSpPr>
            <a:spLocks noGrp="1"/>
          </p:cNvSpPr>
          <p:nvPr>
            <p:ph type="body" sz="quarter" idx="12" hasCustomPrompt="1"/>
          </p:nvPr>
        </p:nvSpPr>
        <p:spPr>
          <a:xfrm>
            <a:off x="476250" y="3746501"/>
            <a:ext cx="3683000" cy="609600"/>
          </a:xfrm>
          <a:prstGeom prst="rect">
            <a:avLst/>
          </a:prstGeom>
        </p:spPr>
        <p:txBody>
          <a:bodyPr/>
          <a:lstStyle>
            <a:lvl1pPr marL="0" indent="0">
              <a:buNone/>
              <a:defRPr sz="1800" b="0">
                <a:solidFill>
                  <a:schemeClr val="bg2"/>
                </a:solidFill>
              </a:defRPr>
            </a:lvl1pPr>
          </a:lstStyle>
          <a:p>
            <a:pPr lvl="0"/>
            <a:r>
              <a:rPr lang="en-US"/>
              <a:t>Add subtitle</a:t>
            </a:r>
          </a:p>
        </p:txBody>
      </p:sp>
      <p:sp>
        <p:nvSpPr>
          <p:cNvPr id="4" name="Text Placeholder 15">
            <a:extLst>
              <a:ext uri="{FF2B5EF4-FFF2-40B4-BE49-F238E27FC236}">
                <a16:creationId xmlns:a16="http://schemas.microsoft.com/office/drawing/2014/main" id="{758D2F95-5E7F-98D9-B267-DA4EF3EF01D1}"/>
              </a:ext>
            </a:extLst>
          </p:cNvPr>
          <p:cNvSpPr>
            <a:spLocks noGrp="1"/>
          </p:cNvSpPr>
          <p:nvPr>
            <p:ph type="body" sz="quarter" idx="11" hasCustomPrompt="1"/>
          </p:nvPr>
        </p:nvSpPr>
        <p:spPr>
          <a:xfrm>
            <a:off x="476250" y="2952750"/>
            <a:ext cx="3683000" cy="609600"/>
          </a:xfrm>
          <a:prstGeom prst="rect">
            <a:avLst/>
          </a:prstGeom>
        </p:spPr>
        <p:txBody>
          <a:bodyPr/>
          <a:lstStyle>
            <a:lvl1pPr marL="0" indent="0">
              <a:buNone/>
              <a:defRPr sz="3600" b="1">
                <a:solidFill>
                  <a:schemeClr val="bg2"/>
                </a:solidFill>
              </a:defRPr>
            </a:lvl1pPr>
          </a:lstStyle>
          <a:p>
            <a:pPr lvl="0"/>
            <a:r>
              <a:rPr lang="en-US"/>
              <a:t>Add Title</a:t>
            </a:r>
          </a:p>
        </p:txBody>
      </p:sp>
      <p:sp>
        <p:nvSpPr>
          <p:cNvPr id="5" name="Slide Number Placeholder 2">
            <a:extLst>
              <a:ext uri="{FF2B5EF4-FFF2-40B4-BE49-F238E27FC236}">
                <a16:creationId xmlns:a16="http://schemas.microsoft.com/office/drawing/2014/main" id="{B650E64C-47FA-B3EE-D221-19D3D90E4F04}"/>
              </a:ext>
            </a:extLst>
          </p:cNvPr>
          <p:cNvSpPr txBox="1">
            <a:spLocks/>
          </p:cNvSpPr>
          <p:nvPr userDrawn="1"/>
        </p:nvSpPr>
        <p:spPr>
          <a:xfrm>
            <a:off x="11279798" y="6343550"/>
            <a:ext cx="523875"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r" defTabSz="914269" rtl="0" eaLnBrk="1" fontAlgn="base" latinLnBrk="0" hangingPunct="1">
              <a:lnSpc>
                <a:spcPct val="100000"/>
              </a:lnSpc>
              <a:spcBef>
                <a:spcPct val="0"/>
              </a:spcBef>
              <a:spcAft>
                <a:spcPct val="0"/>
              </a:spcAft>
              <a:buClrTx/>
              <a:buSzTx/>
              <a:buFontTx/>
              <a:buNone/>
              <a:tabLst/>
              <a:defRPr/>
            </a:pPr>
            <a:fld id="{7145EE91-F0AA-4244-95F3-9F4DFB676A82}" type="slidenum">
              <a:rPr kumimoji="0" lang="en-US" sz="900" b="1" i="0" u="none" strike="noStrike" kern="1200" cap="none" spc="0" normalizeH="0" baseline="0" noProof="0" smtClean="0">
                <a:ln>
                  <a:noFill/>
                </a:ln>
                <a:solidFill>
                  <a:schemeClr val="bg2"/>
                </a:solidFill>
                <a:effectLst/>
                <a:uLnTx/>
                <a:uFillTx/>
                <a:latin typeface="Arial" panose="020B0604020202020204" pitchFamily="34" charset="0"/>
                <a:ea typeface="+mn-ea"/>
                <a:cs typeface="Arial" panose="020B0604020202020204" pitchFamily="34" charset="0"/>
              </a:rPr>
              <a:pPr marL="0" marR="0" lvl="0" indent="0" algn="r" defTabSz="914269" rtl="0" eaLnBrk="1" fontAlgn="base" latinLnBrk="0" hangingPunct="1">
                <a:lnSpc>
                  <a:spcPct val="100000"/>
                </a:lnSpc>
                <a:spcBef>
                  <a:spcPct val="0"/>
                </a:spcBef>
                <a:spcAft>
                  <a:spcPct val="0"/>
                </a:spcAft>
                <a:buClrTx/>
                <a:buSzTx/>
                <a:buFontTx/>
                <a:buNone/>
                <a:tabLst/>
                <a:defRPr/>
              </a:pPr>
              <a:t>‹#›</a:t>
            </a:fld>
            <a:endParaRPr kumimoji="0" lang="en-US" sz="900" b="1"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5330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image" Target="../media/image1.svg"/><Relationship Id="rId5" Type="http://schemas.openxmlformats.org/officeDocument/2006/relationships/slideLayout" Target="../slideLayouts/slideLayout9.xml"/><Relationship Id="rId10" Type="http://schemas.openxmlformats.org/officeDocument/2006/relationships/theme" Target="../theme/theme3.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slideLayout" Target="../slideLayouts/slideLayout16.xml"/><Relationship Id="rId7"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1.svg"/><Relationship Id="rId5" Type="http://schemas.openxmlformats.org/officeDocument/2006/relationships/theme" Target="../theme/theme5.xml"/><Relationship Id="rId4"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1.svg"/><Relationship Id="rId5" Type="http://schemas.openxmlformats.org/officeDocument/2006/relationships/theme" Target="../theme/theme6.xml"/><Relationship Id="rId4" Type="http://schemas.openxmlformats.org/officeDocument/2006/relationships/slideLayout" Target="../slideLayouts/slideLayout27.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9.xml"/><Relationship Id="rId1" Type="http://schemas.openxmlformats.org/officeDocument/2006/relationships/slideLayout" Target="../slideLayouts/slideLayout28.xml"/><Relationship Id="rId4"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9C4EDF06-563E-6E57-E96B-BBFB2416F1F2}"/>
              </a:ext>
            </a:extLst>
          </p:cNvPr>
          <p:cNvSpPr txBox="1">
            <a:spLocks/>
          </p:cNvSpPr>
          <p:nvPr/>
        </p:nvSpPr>
        <p:spPr>
          <a:xfrm>
            <a:off x="11279798" y="6343550"/>
            <a:ext cx="523875"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r" defTabSz="914269" rtl="0" eaLnBrk="1" fontAlgn="base" latinLnBrk="0" hangingPunct="1">
              <a:lnSpc>
                <a:spcPct val="100000"/>
              </a:lnSpc>
              <a:spcBef>
                <a:spcPct val="0"/>
              </a:spcBef>
              <a:spcAft>
                <a:spcPct val="0"/>
              </a:spcAft>
              <a:buClrTx/>
              <a:buSzTx/>
              <a:buFontTx/>
              <a:buNone/>
              <a:tabLst/>
              <a:defRPr/>
            </a:pPr>
            <a:fld id="{7145EE91-F0AA-4244-95F3-9F4DFB676A82}" type="slidenum">
              <a:rPr kumimoji="0" lang="en-US" sz="9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pPr marL="0" marR="0" lvl="0" indent="0" algn="r" defTabSz="914269" rtl="0" eaLnBrk="1" fontAlgn="base" latinLnBrk="0" hangingPunct="1">
                <a:lnSpc>
                  <a:spcPct val="100000"/>
                </a:lnSpc>
                <a:spcBef>
                  <a:spcPct val="0"/>
                </a:spcBef>
                <a:spcAft>
                  <a:spcPct val="0"/>
                </a:spcAft>
                <a:buClrTx/>
                <a:buSzTx/>
                <a:buFontTx/>
                <a:buNone/>
                <a:tabLst/>
                <a:defRPr/>
              </a:pPr>
              <a:t>‹#›</a:t>
            </a:fld>
            <a:endParaRPr kumimoji="0" lang="en-US" sz="9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Slide Number Placeholder 2">
            <a:extLst>
              <a:ext uri="{FF2B5EF4-FFF2-40B4-BE49-F238E27FC236}">
                <a16:creationId xmlns:a16="http://schemas.microsoft.com/office/drawing/2014/main" id="{A08C2F7B-D4A5-9CFD-6CCB-996C6292B73D}"/>
              </a:ext>
            </a:extLst>
          </p:cNvPr>
          <p:cNvSpPr txBox="1">
            <a:spLocks/>
          </p:cNvSpPr>
          <p:nvPr/>
        </p:nvSpPr>
        <p:spPr>
          <a:xfrm>
            <a:off x="8818684" y="17584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ctr"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accent3"/>
                </a:solidFill>
                <a:effectLst/>
                <a:uLnTx/>
                <a:uFillTx/>
                <a:latin typeface="Arial" panose="020B0604020202020204" pitchFamily="34" charset="0"/>
                <a:ea typeface="+mn-ea"/>
                <a:cs typeface="Arial" panose="020B0604020202020204" pitchFamily="34" charset="0"/>
              </a:rPr>
              <a:t>www.everforthapex.com</a:t>
            </a:r>
          </a:p>
        </p:txBody>
      </p:sp>
      <p:cxnSp>
        <p:nvCxnSpPr>
          <p:cNvPr id="4" name="Straight Connector 3">
            <a:extLst>
              <a:ext uri="{FF2B5EF4-FFF2-40B4-BE49-F238E27FC236}">
                <a16:creationId xmlns:a16="http://schemas.microsoft.com/office/drawing/2014/main" id="{1BF8F31B-E353-D088-C4A9-C6423149C18D}"/>
              </a:ext>
            </a:extLst>
          </p:cNvPr>
          <p:cNvCxnSpPr/>
          <p:nvPr/>
        </p:nvCxnSpPr>
        <p:spPr>
          <a:xfrm>
            <a:off x="457200" y="6362700"/>
            <a:ext cx="11277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140DEB0C-D14B-D0A3-D7CE-222E89730AA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9231" y="6454943"/>
            <a:ext cx="1313053" cy="255983"/>
          </a:xfrm>
          <a:prstGeom prst="rect">
            <a:avLst/>
          </a:prstGeom>
        </p:spPr>
      </p:pic>
    </p:spTree>
    <p:extLst>
      <p:ext uri="{BB962C8B-B14F-4D97-AF65-F5344CB8AC3E}">
        <p14:creationId xmlns:p14="http://schemas.microsoft.com/office/powerpoint/2010/main" val="24355786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84">
          <p15:clr>
            <a:srgbClr val="F26B43"/>
          </p15:clr>
        </p15:guide>
        <p15:guide id="3" pos="288">
          <p15:clr>
            <a:srgbClr val="F26B43"/>
          </p15:clr>
        </p15:guide>
        <p15:guide id="4" pos="7296">
          <p15:clr>
            <a:srgbClr val="F26B43"/>
          </p15:clr>
        </p15:guide>
        <p15:guide id="5" pos="7392">
          <p15:clr>
            <a:srgbClr val="F26B43"/>
          </p15:clr>
        </p15:guide>
        <p15:guide id="6" orient="horz" pos="2160">
          <p15:clr>
            <a:srgbClr val="F26B43"/>
          </p15:clr>
        </p15:guide>
        <p15:guide id="7" orient="horz" pos="4008">
          <p15:clr>
            <a:srgbClr val="F26B43"/>
          </p15:clr>
        </p15:guide>
        <p15:guide id="8" orient="horz" pos="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0E3E4A74-E51E-03A3-DB2A-37E07BDD9A97}"/>
              </a:ext>
            </a:extLst>
          </p:cNvPr>
          <p:cNvSpPr txBox="1">
            <a:spLocks/>
          </p:cNvSpPr>
          <p:nvPr/>
        </p:nvSpPr>
        <p:spPr>
          <a:xfrm>
            <a:off x="11279798" y="6343550"/>
            <a:ext cx="523875"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r" defTabSz="914269" rtl="0" eaLnBrk="1" fontAlgn="base" latinLnBrk="0" hangingPunct="1">
              <a:lnSpc>
                <a:spcPct val="100000"/>
              </a:lnSpc>
              <a:spcBef>
                <a:spcPct val="0"/>
              </a:spcBef>
              <a:spcAft>
                <a:spcPct val="0"/>
              </a:spcAft>
              <a:buClrTx/>
              <a:buSzTx/>
              <a:buFontTx/>
              <a:buNone/>
              <a:tabLst/>
              <a:defRPr/>
            </a:pPr>
            <a:fld id="{7145EE91-F0AA-4244-95F3-9F4DFB676A82}" type="slidenum">
              <a:rPr kumimoji="0" lang="en-US" sz="9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pPr marL="0" marR="0" lvl="0" indent="0" algn="r" defTabSz="914269" rtl="0" eaLnBrk="1" fontAlgn="base" latinLnBrk="0" hangingPunct="1">
                <a:lnSpc>
                  <a:spcPct val="100000"/>
                </a:lnSpc>
                <a:spcBef>
                  <a:spcPct val="0"/>
                </a:spcBef>
                <a:spcAft>
                  <a:spcPct val="0"/>
                </a:spcAft>
                <a:buClrTx/>
                <a:buSzTx/>
                <a:buFontTx/>
                <a:buNone/>
                <a:tabLst/>
                <a:defRPr/>
              </a:pPr>
              <a:t>‹#›</a:t>
            </a:fld>
            <a:endParaRPr kumimoji="0" lang="en-US" sz="9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Slide Number Placeholder 2">
            <a:extLst>
              <a:ext uri="{FF2B5EF4-FFF2-40B4-BE49-F238E27FC236}">
                <a16:creationId xmlns:a16="http://schemas.microsoft.com/office/drawing/2014/main" id="{F2788AC6-7BF3-F72F-5A6C-00CB7F85E34D}"/>
              </a:ext>
            </a:extLst>
          </p:cNvPr>
          <p:cNvSpPr txBox="1">
            <a:spLocks/>
          </p:cNvSpPr>
          <p:nvPr/>
        </p:nvSpPr>
        <p:spPr>
          <a:xfrm>
            <a:off x="8818684" y="17584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ctr"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accent3"/>
                </a:solidFill>
                <a:effectLst/>
                <a:uLnTx/>
                <a:uFillTx/>
                <a:latin typeface="Arial" panose="020B0604020202020204" pitchFamily="34" charset="0"/>
                <a:ea typeface="+mn-ea"/>
                <a:cs typeface="Arial" panose="020B0604020202020204" pitchFamily="34" charset="0"/>
              </a:rPr>
              <a:t>www.everforthapex.com</a:t>
            </a:r>
          </a:p>
        </p:txBody>
      </p:sp>
      <p:cxnSp>
        <p:nvCxnSpPr>
          <p:cNvPr id="4" name="Straight Connector 3">
            <a:extLst>
              <a:ext uri="{FF2B5EF4-FFF2-40B4-BE49-F238E27FC236}">
                <a16:creationId xmlns:a16="http://schemas.microsoft.com/office/drawing/2014/main" id="{0F994A75-344D-AA8F-F9AB-D923ED62CD63}"/>
              </a:ext>
            </a:extLst>
          </p:cNvPr>
          <p:cNvCxnSpPr/>
          <p:nvPr/>
        </p:nvCxnSpPr>
        <p:spPr>
          <a:xfrm>
            <a:off x="457200" y="6362700"/>
            <a:ext cx="11277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660426ED-E51D-B8D6-BB38-58BDCE28E8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231" y="6454943"/>
            <a:ext cx="1313053" cy="255983"/>
          </a:xfrm>
          <a:prstGeom prst="rect">
            <a:avLst/>
          </a:prstGeom>
        </p:spPr>
      </p:pic>
    </p:spTree>
    <p:extLst>
      <p:ext uri="{BB962C8B-B14F-4D97-AF65-F5344CB8AC3E}">
        <p14:creationId xmlns:p14="http://schemas.microsoft.com/office/powerpoint/2010/main" val="445537478"/>
      </p:ext>
    </p:extLst>
  </p:cSld>
  <p:clrMap bg1="lt1" tx1="dk1" bg2="lt2" tx2="dk2" accent1="accent1" accent2="accent2" accent3="accent3" accent4="accent4" accent5="accent5" accent6="accent6" hlink="hlink" folHlink="folHlink"/>
  <p:sldLayoutIdLst>
    <p:sldLayoutId id="2147483666"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84">
          <p15:clr>
            <a:srgbClr val="F26B43"/>
          </p15:clr>
        </p15:guide>
        <p15:guide id="3" pos="288">
          <p15:clr>
            <a:srgbClr val="F26B43"/>
          </p15:clr>
        </p15:guide>
        <p15:guide id="4" pos="7296">
          <p15:clr>
            <a:srgbClr val="F26B43"/>
          </p15:clr>
        </p15:guide>
        <p15:guide id="5" pos="7392">
          <p15:clr>
            <a:srgbClr val="F26B43"/>
          </p15:clr>
        </p15:guide>
        <p15:guide id="6" orient="horz" pos="2160">
          <p15:clr>
            <a:srgbClr val="F26B43"/>
          </p15:clr>
        </p15:guide>
        <p15:guide id="7" orient="horz" pos="240">
          <p15:clr>
            <a:srgbClr val="F26B43"/>
          </p15:clr>
        </p15:guide>
        <p15:guide id="8"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Slide Number Placeholder 2"/>
          <p:cNvSpPr txBox="1">
            <a:spLocks/>
          </p:cNvSpPr>
          <p:nvPr/>
        </p:nvSpPr>
        <p:spPr>
          <a:xfrm>
            <a:off x="11279798" y="6343550"/>
            <a:ext cx="523875"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r" defTabSz="914269" rtl="0" eaLnBrk="1" fontAlgn="base" latinLnBrk="0" hangingPunct="1">
              <a:lnSpc>
                <a:spcPct val="100000"/>
              </a:lnSpc>
              <a:spcBef>
                <a:spcPct val="0"/>
              </a:spcBef>
              <a:spcAft>
                <a:spcPct val="0"/>
              </a:spcAft>
              <a:buClrTx/>
              <a:buSzTx/>
              <a:buFontTx/>
              <a:buNone/>
              <a:tabLst/>
              <a:defRPr/>
            </a:pPr>
            <a:fld id="{7145EE91-F0AA-4244-95F3-9F4DFB676A82}" type="slidenum">
              <a:rPr kumimoji="0" lang="en-US" sz="9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pPr marL="0" marR="0" lvl="0" indent="0" algn="r" defTabSz="914269" rtl="0" eaLnBrk="1" fontAlgn="base" latinLnBrk="0" hangingPunct="1">
                <a:lnSpc>
                  <a:spcPct val="100000"/>
                </a:lnSpc>
                <a:spcBef>
                  <a:spcPct val="0"/>
                </a:spcBef>
                <a:spcAft>
                  <a:spcPct val="0"/>
                </a:spcAft>
                <a:buClrTx/>
                <a:buSzTx/>
                <a:buFontTx/>
                <a:buNone/>
                <a:tabLst/>
                <a:defRPr/>
              </a:pPr>
              <a:t>‹#›</a:t>
            </a:fld>
            <a:endParaRPr kumimoji="0" lang="en-US" sz="9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 name="Slide Number Placeholder 2">
            <a:extLst>
              <a:ext uri="{FF2B5EF4-FFF2-40B4-BE49-F238E27FC236}">
                <a16:creationId xmlns:a16="http://schemas.microsoft.com/office/drawing/2014/main" id="{83A4B446-2241-9D5A-E1B1-8AE849C2BD6A}"/>
              </a:ext>
            </a:extLst>
          </p:cNvPr>
          <p:cNvSpPr txBox="1">
            <a:spLocks/>
          </p:cNvSpPr>
          <p:nvPr/>
        </p:nvSpPr>
        <p:spPr>
          <a:xfrm>
            <a:off x="8818684" y="17584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ctr"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accent3"/>
                </a:solidFill>
                <a:effectLst/>
                <a:uLnTx/>
                <a:uFillTx/>
                <a:latin typeface="Arial" panose="020B0604020202020204" pitchFamily="34" charset="0"/>
                <a:ea typeface="+mn-ea"/>
                <a:cs typeface="Arial" panose="020B0604020202020204" pitchFamily="34" charset="0"/>
              </a:rPr>
              <a:t>www.everforthapex.com</a:t>
            </a:r>
          </a:p>
        </p:txBody>
      </p:sp>
      <p:cxnSp>
        <p:nvCxnSpPr>
          <p:cNvPr id="5" name="Straight Connector 4">
            <a:extLst>
              <a:ext uri="{FF2B5EF4-FFF2-40B4-BE49-F238E27FC236}">
                <a16:creationId xmlns:a16="http://schemas.microsoft.com/office/drawing/2014/main" id="{94B75E88-0E2F-9631-616F-9ED8C5893644}"/>
              </a:ext>
            </a:extLst>
          </p:cNvPr>
          <p:cNvCxnSpPr/>
          <p:nvPr/>
        </p:nvCxnSpPr>
        <p:spPr>
          <a:xfrm>
            <a:off x="457200" y="6362700"/>
            <a:ext cx="11277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79C21F2C-F56F-C2EA-8ECC-483766D886C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9231" y="6454943"/>
            <a:ext cx="1313053" cy="255983"/>
          </a:xfrm>
          <a:prstGeom prst="rect">
            <a:avLst/>
          </a:prstGeom>
        </p:spPr>
      </p:pic>
    </p:spTree>
    <p:extLst>
      <p:ext uri="{BB962C8B-B14F-4D97-AF65-F5344CB8AC3E}">
        <p14:creationId xmlns:p14="http://schemas.microsoft.com/office/powerpoint/2010/main" val="175595027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08">
          <p15:clr>
            <a:srgbClr val="F26B43"/>
          </p15:clr>
        </p15:guide>
        <p15:guide id="4" pos="384">
          <p15:clr>
            <a:srgbClr val="F26B43"/>
          </p15:clr>
        </p15:guide>
        <p15:guide id="5" pos="7296">
          <p15:clr>
            <a:srgbClr val="F26B43"/>
          </p15:clr>
        </p15:guide>
        <p15:guide id="6" pos="288">
          <p15:clr>
            <a:srgbClr val="F26B43"/>
          </p15:clr>
        </p15:guide>
        <p15:guide id="7" pos="7392">
          <p15:clr>
            <a:srgbClr val="F26B43"/>
          </p15:clr>
        </p15:guide>
        <p15:guide id="8" orient="horz" pos="2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4B75E88-0E2F-9631-616F-9ED8C5893644}"/>
              </a:ext>
            </a:extLst>
          </p:cNvPr>
          <p:cNvCxnSpPr/>
          <p:nvPr/>
        </p:nvCxnSpPr>
        <p:spPr>
          <a:xfrm>
            <a:off x="457200" y="6362700"/>
            <a:ext cx="11277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 name="Slide Number Placeholder 2">
            <a:extLst>
              <a:ext uri="{FF2B5EF4-FFF2-40B4-BE49-F238E27FC236}">
                <a16:creationId xmlns:a16="http://schemas.microsoft.com/office/drawing/2014/main" id="{0EB947F4-6016-C695-EF92-AF71A480E439}"/>
              </a:ext>
            </a:extLst>
          </p:cNvPr>
          <p:cNvSpPr txBox="1">
            <a:spLocks/>
          </p:cNvSpPr>
          <p:nvPr/>
        </p:nvSpPr>
        <p:spPr>
          <a:xfrm>
            <a:off x="365125" y="6350000"/>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l"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accent3"/>
                </a:solidFill>
                <a:effectLst/>
                <a:uLnTx/>
                <a:uFillTx/>
                <a:latin typeface="Arial" panose="020B0604020202020204" pitchFamily="34" charset="0"/>
                <a:ea typeface="+mn-ea"/>
                <a:cs typeface="Arial" panose="020B0604020202020204" pitchFamily="34" charset="0"/>
              </a:rPr>
              <a:t>www.everforthapex.com</a:t>
            </a:r>
          </a:p>
        </p:txBody>
      </p:sp>
      <p:pic>
        <p:nvPicPr>
          <p:cNvPr id="2" name="Graphic 1">
            <a:extLst>
              <a:ext uri="{FF2B5EF4-FFF2-40B4-BE49-F238E27FC236}">
                <a16:creationId xmlns:a16="http://schemas.microsoft.com/office/drawing/2014/main" id="{8F698450-9E48-88B6-6AD0-8F40B045321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7200" y="125017"/>
            <a:ext cx="1313053" cy="255983"/>
          </a:xfrm>
          <a:prstGeom prst="rect">
            <a:avLst/>
          </a:prstGeom>
        </p:spPr>
      </p:pic>
    </p:spTree>
    <p:extLst>
      <p:ext uri="{BB962C8B-B14F-4D97-AF65-F5344CB8AC3E}">
        <p14:creationId xmlns:p14="http://schemas.microsoft.com/office/powerpoint/2010/main" val="120741990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94"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3" orient="horz" pos="4008">
          <p15:clr>
            <a:srgbClr val="F26B43"/>
          </p15:clr>
        </p15:guide>
        <p15:guide id="4" pos="384">
          <p15:clr>
            <a:srgbClr val="F26B43"/>
          </p15:clr>
        </p15:guide>
        <p15:guide id="5" pos="7296">
          <p15:clr>
            <a:srgbClr val="F26B43"/>
          </p15:clr>
        </p15:guide>
        <p15:guide id="6" pos="288">
          <p15:clr>
            <a:srgbClr val="F26B43"/>
          </p15:clr>
        </p15:guide>
        <p15:guide id="7" pos="7392">
          <p15:clr>
            <a:srgbClr val="F26B43"/>
          </p15:clr>
        </p15:guide>
        <p15:guide id="8" orient="horz" pos="2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A8EB58FE-229E-CD99-D229-9CA05336ED3E}"/>
              </a:ext>
            </a:extLst>
          </p:cNvPr>
          <p:cNvSpPr txBox="1">
            <a:spLocks/>
          </p:cNvSpPr>
          <p:nvPr/>
        </p:nvSpPr>
        <p:spPr>
          <a:xfrm>
            <a:off x="8818684" y="17584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ctr"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accent3"/>
                </a:solidFill>
                <a:effectLst/>
                <a:uLnTx/>
                <a:uFillTx/>
                <a:latin typeface="Arial" panose="020B0604020202020204" pitchFamily="34" charset="0"/>
                <a:ea typeface="+mn-ea"/>
                <a:cs typeface="Arial" panose="020B0604020202020204" pitchFamily="34" charset="0"/>
              </a:rPr>
              <a:t>www.everforthapex.com</a:t>
            </a:r>
          </a:p>
        </p:txBody>
      </p:sp>
      <p:pic>
        <p:nvPicPr>
          <p:cNvPr id="4" name="Graphic 3">
            <a:extLst>
              <a:ext uri="{FF2B5EF4-FFF2-40B4-BE49-F238E27FC236}">
                <a16:creationId xmlns:a16="http://schemas.microsoft.com/office/drawing/2014/main" id="{30F00150-C459-0450-9D8F-78EC4BE253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21747" y="6418847"/>
            <a:ext cx="1313053" cy="255983"/>
          </a:xfrm>
          <a:prstGeom prst="rect">
            <a:avLst/>
          </a:prstGeom>
        </p:spPr>
      </p:pic>
    </p:spTree>
    <p:extLst>
      <p:ext uri="{BB962C8B-B14F-4D97-AF65-F5344CB8AC3E}">
        <p14:creationId xmlns:p14="http://schemas.microsoft.com/office/powerpoint/2010/main" val="1631311141"/>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96"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3" orient="horz" pos="4008">
          <p15:clr>
            <a:srgbClr val="F26B43"/>
          </p15:clr>
        </p15:guide>
        <p15:guide id="4" pos="384">
          <p15:clr>
            <a:srgbClr val="F26B43"/>
          </p15:clr>
        </p15:guide>
        <p15:guide id="5" pos="7296">
          <p15:clr>
            <a:srgbClr val="F26B43"/>
          </p15:clr>
        </p15:guide>
        <p15:guide id="6" pos="288">
          <p15:clr>
            <a:srgbClr val="F26B43"/>
          </p15:clr>
        </p15:guide>
        <p15:guide id="7" pos="7392">
          <p15:clr>
            <a:srgbClr val="F26B43"/>
          </p15:clr>
        </p15:guide>
        <p15:guide id="8" orient="horz" pos="2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ABB6AC-8F7C-2565-B33A-CC7B69356A2C}"/>
              </a:ext>
            </a:extLst>
          </p:cNvPr>
          <p:cNvSpPr txBox="1">
            <a:spLocks/>
          </p:cNvSpPr>
          <p:nvPr/>
        </p:nvSpPr>
        <p:spPr>
          <a:xfrm>
            <a:off x="8818684" y="17584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ctr"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accent3"/>
                </a:solidFill>
                <a:effectLst/>
                <a:uLnTx/>
                <a:uFillTx/>
                <a:latin typeface="Arial" panose="020B0604020202020204" pitchFamily="34" charset="0"/>
                <a:ea typeface="+mn-ea"/>
                <a:cs typeface="Arial" panose="020B0604020202020204" pitchFamily="34" charset="0"/>
              </a:rPr>
              <a:t>www.everforthapex.com</a:t>
            </a:r>
          </a:p>
        </p:txBody>
      </p:sp>
      <p:pic>
        <p:nvPicPr>
          <p:cNvPr id="2" name="Graphic 1">
            <a:extLst>
              <a:ext uri="{FF2B5EF4-FFF2-40B4-BE49-F238E27FC236}">
                <a16:creationId xmlns:a16="http://schemas.microsoft.com/office/drawing/2014/main" id="{04CABE7D-69EE-E871-2345-2F7B5750DC9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9231" y="6454943"/>
            <a:ext cx="1313053" cy="255983"/>
          </a:xfrm>
          <a:prstGeom prst="rect">
            <a:avLst/>
          </a:prstGeom>
        </p:spPr>
      </p:pic>
    </p:spTree>
    <p:extLst>
      <p:ext uri="{BB962C8B-B14F-4D97-AF65-F5344CB8AC3E}">
        <p14:creationId xmlns:p14="http://schemas.microsoft.com/office/powerpoint/2010/main" val="387909633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08">
          <p15:clr>
            <a:srgbClr val="F26B43"/>
          </p15:clr>
        </p15:guide>
        <p15:guide id="4" pos="384">
          <p15:clr>
            <a:srgbClr val="F26B43"/>
          </p15:clr>
        </p15:guide>
        <p15:guide id="5" pos="7296">
          <p15:clr>
            <a:srgbClr val="F26B43"/>
          </p15:clr>
        </p15:guide>
        <p15:guide id="6" pos="288">
          <p15:clr>
            <a:srgbClr val="F26B43"/>
          </p15:clr>
        </p15:guide>
        <p15:guide id="7" pos="7392">
          <p15:clr>
            <a:srgbClr val="F26B43"/>
          </p15:clr>
        </p15:guide>
        <p15:guide id="8" orient="horz" pos="24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ABB6AC-8F7C-2565-B33A-CC7B69356A2C}"/>
              </a:ext>
            </a:extLst>
          </p:cNvPr>
          <p:cNvSpPr txBox="1">
            <a:spLocks/>
          </p:cNvSpPr>
          <p:nvPr/>
        </p:nvSpPr>
        <p:spPr>
          <a:xfrm>
            <a:off x="8818684" y="175845"/>
            <a:ext cx="3042139" cy="304800"/>
          </a:xfrm>
          <a:prstGeom prst="rect">
            <a:avLst/>
          </a:prstGeom>
        </p:spPr>
        <p:txBody>
          <a:bodyPr lIns="91427" tIns="45713" rIns="91427" bIns="45713" anchor="ctr"/>
          <a:lstStyle>
            <a:defPPr>
              <a:defRPr lang="en-US"/>
            </a:defPPr>
            <a:lvl1pPr algn="l" rtl="0" fontAlgn="base">
              <a:spcBef>
                <a:spcPct val="0"/>
              </a:spcBef>
              <a:spcAft>
                <a:spcPct val="0"/>
              </a:spcAft>
              <a:defRPr sz="1000" kern="1200">
                <a:solidFill>
                  <a:srgbClr val="4D4D4D"/>
                </a:solidFill>
                <a:latin typeface="+mj-lt"/>
                <a:ea typeface="+mn-ea"/>
                <a:cs typeface="+mn-cs"/>
              </a:defRPr>
            </a:lvl1pPr>
            <a:lvl2pPr marL="457200" algn="l" rtl="0" fontAlgn="base">
              <a:spcBef>
                <a:spcPct val="0"/>
              </a:spcBef>
              <a:spcAft>
                <a:spcPct val="0"/>
              </a:spcAft>
              <a:defRPr kern="1200">
                <a:solidFill>
                  <a:schemeClr val="tx1"/>
                </a:solidFill>
                <a:latin typeface="Trebuchet MS" pitchFamily="34" charset="0"/>
                <a:ea typeface="+mn-ea"/>
                <a:cs typeface="+mn-cs"/>
              </a:defRPr>
            </a:lvl2pPr>
            <a:lvl3pPr marL="914400" algn="l" rtl="0" fontAlgn="base">
              <a:spcBef>
                <a:spcPct val="0"/>
              </a:spcBef>
              <a:spcAft>
                <a:spcPct val="0"/>
              </a:spcAft>
              <a:defRPr kern="1200">
                <a:solidFill>
                  <a:schemeClr val="tx1"/>
                </a:solidFill>
                <a:latin typeface="Trebuchet MS" pitchFamily="34" charset="0"/>
                <a:ea typeface="+mn-ea"/>
                <a:cs typeface="+mn-cs"/>
              </a:defRPr>
            </a:lvl3pPr>
            <a:lvl4pPr marL="1371600" algn="l" rtl="0" fontAlgn="base">
              <a:spcBef>
                <a:spcPct val="0"/>
              </a:spcBef>
              <a:spcAft>
                <a:spcPct val="0"/>
              </a:spcAft>
              <a:defRPr kern="1200">
                <a:solidFill>
                  <a:schemeClr val="tx1"/>
                </a:solidFill>
                <a:latin typeface="Trebuchet MS" pitchFamily="34" charset="0"/>
                <a:ea typeface="+mn-ea"/>
                <a:cs typeface="+mn-cs"/>
              </a:defRPr>
            </a:lvl4pPr>
            <a:lvl5pPr marL="1828800" algn="l" rtl="0" fontAlgn="base">
              <a:spcBef>
                <a:spcPct val="0"/>
              </a:spcBef>
              <a:spcAft>
                <a:spcPct val="0"/>
              </a:spcAft>
              <a:defRPr kern="1200">
                <a:solidFill>
                  <a:schemeClr val="tx1"/>
                </a:solidFill>
                <a:latin typeface="Trebuchet MS" pitchFamily="34" charset="0"/>
                <a:ea typeface="+mn-ea"/>
                <a:cs typeface="+mn-cs"/>
              </a:defRPr>
            </a:lvl5pPr>
            <a:lvl6pPr marL="2286000" algn="l" defTabSz="914400" rtl="0" eaLnBrk="1" latinLnBrk="0" hangingPunct="1">
              <a:defRPr kern="1200">
                <a:solidFill>
                  <a:schemeClr val="tx1"/>
                </a:solidFill>
                <a:latin typeface="Trebuchet MS" pitchFamily="34" charset="0"/>
                <a:ea typeface="+mn-ea"/>
                <a:cs typeface="+mn-cs"/>
              </a:defRPr>
            </a:lvl6pPr>
            <a:lvl7pPr marL="2743200" algn="l" defTabSz="914400" rtl="0" eaLnBrk="1" latinLnBrk="0" hangingPunct="1">
              <a:defRPr kern="1200">
                <a:solidFill>
                  <a:schemeClr val="tx1"/>
                </a:solidFill>
                <a:latin typeface="Trebuchet MS" pitchFamily="34" charset="0"/>
                <a:ea typeface="+mn-ea"/>
                <a:cs typeface="+mn-cs"/>
              </a:defRPr>
            </a:lvl7pPr>
            <a:lvl8pPr marL="3200400" algn="l" defTabSz="914400" rtl="0" eaLnBrk="1" latinLnBrk="0" hangingPunct="1">
              <a:defRPr kern="1200">
                <a:solidFill>
                  <a:schemeClr val="tx1"/>
                </a:solidFill>
                <a:latin typeface="Trebuchet MS" pitchFamily="34" charset="0"/>
                <a:ea typeface="+mn-ea"/>
                <a:cs typeface="+mn-cs"/>
              </a:defRPr>
            </a:lvl8pPr>
            <a:lvl9pPr marL="3657600" algn="l" defTabSz="914400" rtl="0" eaLnBrk="1" latinLnBrk="0" hangingPunct="1">
              <a:defRPr kern="1200">
                <a:solidFill>
                  <a:schemeClr val="tx1"/>
                </a:solidFill>
                <a:latin typeface="Trebuchet MS" pitchFamily="34" charset="0"/>
                <a:ea typeface="+mn-ea"/>
                <a:cs typeface="+mn-cs"/>
              </a:defRPr>
            </a:lvl9pPr>
          </a:lstStyle>
          <a:p>
            <a:pPr marL="0" marR="0" lvl="0" indent="0" algn="ctr" defTabSz="914269"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Proprietary &amp; Confidential   |   </a:t>
            </a:r>
            <a:r>
              <a:rPr kumimoji="0" lang="en-US" sz="900" b="1" i="0" u="none" strike="noStrike" kern="1200" cap="none" spc="0" normalizeH="0" baseline="0" noProof="0" dirty="0">
                <a:ln>
                  <a:noFill/>
                </a:ln>
                <a:solidFill>
                  <a:schemeClr val="accent3"/>
                </a:solidFill>
                <a:effectLst/>
                <a:uLnTx/>
                <a:uFillTx/>
                <a:latin typeface="Arial" panose="020B0604020202020204" pitchFamily="34" charset="0"/>
                <a:ea typeface="+mn-ea"/>
                <a:cs typeface="Arial" panose="020B0604020202020204" pitchFamily="34" charset="0"/>
              </a:rPr>
              <a:t>www.everforthapex.com</a:t>
            </a:r>
          </a:p>
        </p:txBody>
      </p:sp>
      <p:pic>
        <p:nvPicPr>
          <p:cNvPr id="4" name="Graphic 3">
            <a:extLst>
              <a:ext uri="{FF2B5EF4-FFF2-40B4-BE49-F238E27FC236}">
                <a16:creationId xmlns:a16="http://schemas.microsoft.com/office/drawing/2014/main" id="{DFC9DB74-982A-1FD3-8D12-445C547314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9231" y="6454943"/>
            <a:ext cx="1313053" cy="255983"/>
          </a:xfrm>
          <a:prstGeom prst="rect">
            <a:avLst/>
          </a:prstGeom>
        </p:spPr>
      </p:pic>
    </p:spTree>
    <p:extLst>
      <p:ext uri="{BB962C8B-B14F-4D97-AF65-F5344CB8AC3E}">
        <p14:creationId xmlns:p14="http://schemas.microsoft.com/office/powerpoint/2010/main" val="1898149887"/>
      </p:ext>
    </p:extLst>
  </p:cSld>
  <p:clrMap bg1="lt1" tx1="dk1" bg2="lt2" tx2="dk2" accent1="accent1" accent2="accent2" accent3="accent3" accent4="accent4" accent5="accent5" accent6="accent6" hlink="hlink" folHlink="folHlink"/>
  <p:sldLayoutIdLst>
    <p:sldLayoutId id="2147483693" r:id="rId1"/>
    <p:sldLayoutId id="2147483695"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3" orient="horz" pos="4008">
          <p15:clr>
            <a:srgbClr val="F26B43"/>
          </p15:clr>
        </p15:guide>
        <p15:guide id="4" pos="384">
          <p15:clr>
            <a:srgbClr val="F26B43"/>
          </p15:clr>
        </p15:guide>
        <p15:guide id="5" pos="7296">
          <p15:clr>
            <a:srgbClr val="F26B43"/>
          </p15:clr>
        </p15:guide>
        <p15:guide id="6" pos="288">
          <p15:clr>
            <a:srgbClr val="F26B43"/>
          </p15:clr>
        </p15:guide>
        <p15:guide id="7" pos="7392">
          <p15:clr>
            <a:srgbClr val="F26B43"/>
          </p15:clr>
        </p15:guide>
        <p15:guide id="8"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6.xml"/><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20.xml"/><Relationship Id="rId5" Type="http://schemas.microsoft.com/office/2007/relationships/hdphoto" Target="../media/hdphoto2.wdp"/><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1408EF-4BAC-5908-A312-F91234F5F76F}"/>
              </a:ext>
            </a:extLst>
          </p:cNvPr>
          <p:cNvSpPr>
            <a:spLocks noGrp="1"/>
          </p:cNvSpPr>
          <p:nvPr>
            <p:ph type="body" sz="quarter" idx="12"/>
          </p:nvPr>
        </p:nvSpPr>
        <p:spPr>
          <a:xfrm>
            <a:off x="476250" y="4651376"/>
            <a:ext cx="11106150" cy="609600"/>
          </a:xfrm>
        </p:spPr>
        <p:txBody>
          <a:bodyPr/>
          <a:lstStyle/>
          <a:p>
            <a:endParaRPr lang="en-US" dirty="0"/>
          </a:p>
        </p:txBody>
      </p:sp>
      <p:sp>
        <p:nvSpPr>
          <p:cNvPr id="3" name="Text Placeholder 2">
            <a:extLst>
              <a:ext uri="{FF2B5EF4-FFF2-40B4-BE49-F238E27FC236}">
                <a16:creationId xmlns:a16="http://schemas.microsoft.com/office/drawing/2014/main" id="{91CCA807-139E-4BA2-FB4F-A07AE879E102}"/>
              </a:ext>
            </a:extLst>
          </p:cNvPr>
          <p:cNvSpPr>
            <a:spLocks noGrp="1"/>
          </p:cNvSpPr>
          <p:nvPr>
            <p:ph type="body" sz="quarter" idx="11"/>
          </p:nvPr>
        </p:nvSpPr>
        <p:spPr>
          <a:xfrm>
            <a:off x="476249" y="3857625"/>
            <a:ext cx="5514975" cy="609600"/>
          </a:xfrm>
        </p:spPr>
        <p:txBody>
          <a:bodyPr/>
          <a:lstStyle/>
          <a:p>
            <a:r>
              <a:rPr lang="en-US" dirty="0"/>
              <a:t>Practical AI Literacy</a:t>
            </a:r>
          </a:p>
          <a:p>
            <a:endParaRPr lang="en-US" dirty="0"/>
          </a:p>
        </p:txBody>
      </p:sp>
    </p:spTree>
    <p:extLst>
      <p:ext uri="{BB962C8B-B14F-4D97-AF65-F5344CB8AC3E}">
        <p14:creationId xmlns:p14="http://schemas.microsoft.com/office/powerpoint/2010/main" val="3798763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F381E98D-8655-78AE-662C-ED8A8852C3E6}"/>
              </a:ext>
            </a:extLst>
          </p:cNvPr>
          <p:cNvPicPr>
            <a:picLocks noGrp="1" noChangeAspect="1"/>
          </p:cNvPicPr>
          <p:nvPr>
            <p:ph type="pic" sz="quarter" idx="17"/>
          </p:nvPr>
        </p:nvPicPr>
        <p:blipFill>
          <a:blip r:embed="rId2">
            <a:alphaModFix amt="35000"/>
            <a:extLst>
              <a:ext uri="{28A0092B-C50C-407E-A947-70E740481C1C}">
                <a14:useLocalDpi xmlns:a14="http://schemas.microsoft.com/office/drawing/2010/main" val="0"/>
              </a:ext>
            </a:extLst>
          </a:blip>
          <a:srcRect l="11983" r="11983"/>
          <a:stretch>
            <a:fillRect/>
          </a:stretch>
        </p:blipFill>
        <p:spPr>
          <a:custGeom>
            <a:avLst/>
            <a:gdLst>
              <a:gd name="connsiteX0" fmla="*/ 7256294 w 7256294"/>
              <a:gd name="connsiteY0" fmla="*/ 0 h 6362700"/>
              <a:gd name="connsiteX1" fmla="*/ 7256294 w 7256294"/>
              <a:gd name="connsiteY1" fmla="*/ 6362700 h 6362700"/>
              <a:gd name="connsiteX2" fmla="*/ 0 w 7256294"/>
              <a:gd name="connsiteY2" fmla="*/ 6362700 h 6362700"/>
              <a:gd name="connsiteX3" fmla="*/ 2408624 w 7256294"/>
              <a:gd name="connsiteY3" fmla="*/ 0 h 6362700"/>
            </a:gdLst>
            <a:ahLst/>
            <a:cxnLst>
              <a:cxn ang="0">
                <a:pos x="connsiteX0" y="connsiteY0"/>
              </a:cxn>
              <a:cxn ang="0">
                <a:pos x="connsiteX1" y="connsiteY1"/>
              </a:cxn>
              <a:cxn ang="0">
                <a:pos x="connsiteX2" y="connsiteY2"/>
              </a:cxn>
              <a:cxn ang="0">
                <a:pos x="connsiteX3" y="connsiteY3"/>
              </a:cxn>
            </a:cxnLst>
            <a:rect l="l" t="t" r="r" b="b"/>
            <a:pathLst>
              <a:path w="7256294" h="6362700">
                <a:moveTo>
                  <a:pt x="7256294" y="0"/>
                </a:moveTo>
                <a:lnTo>
                  <a:pt x="7256294" y="6362700"/>
                </a:lnTo>
                <a:lnTo>
                  <a:pt x="0" y="6362700"/>
                </a:lnTo>
                <a:lnTo>
                  <a:pt x="2408624" y="0"/>
                </a:lnTo>
                <a:close/>
              </a:path>
            </a:pathLst>
          </a:custGeom>
        </p:spPr>
      </p:pic>
      <p:sp>
        <p:nvSpPr>
          <p:cNvPr id="3" name="Title 2">
            <a:extLst>
              <a:ext uri="{FF2B5EF4-FFF2-40B4-BE49-F238E27FC236}">
                <a16:creationId xmlns:a16="http://schemas.microsoft.com/office/drawing/2014/main" id="{0B32FE9A-B59D-6EE1-A0E3-C2F0C47392B9}"/>
              </a:ext>
            </a:extLst>
          </p:cNvPr>
          <p:cNvSpPr>
            <a:spLocks noGrp="1"/>
          </p:cNvSpPr>
          <p:nvPr>
            <p:ph type="title"/>
          </p:nvPr>
        </p:nvSpPr>
        <p:spPr/>
        <p:txBody>
          <a:bodyPr/>
          <a:lstStyle/>
          <a:p>
            <a:r>
              <a:rPr lang="en-US" dirty="0"/>
              <a:t>Four Mental Models to Keep in Mind</a:t>
            </a:r>
            <a:br>
              <a:rPr lang="en-US" dirty="0"/>
            </a:br>
            <a:endParaRPr lang="en-US" dirty="0"/>
          </a:p>
        </p:txBody>
      </p:sp>
      <p:sp>
        <p:nvSpPr>
          <p:cNvPr id="5" name="Text Placeholder 4">
            <a:extLst>
              <a:ext uri="{FF2B5EF4-FFF2-40B4-BE49-F238E27FC236}">
                <a16:creationId xmlns:a16="http://schemas.microsoft.com/office/drawing/2014/main" id="{7642B00A-8EEC-6E95-3646-64AD045209D6}"/>
              </a:ext>
            </a:extLst>
          </p:cNvPr>
          <p:cNvSpPr>
            <a:spLocks noGrp="1"/>
          </p:cNvSpPr>
          <p:nvPr>
            <p:ph type="body" sz="quarter" idx="14"/>
          </p:nvPr>
        </p:nvSpPr>
        <p:spPr>
          <a:xfrm>
            <a:off x="1085283" y="2380140"/>
            <a:ext cx="5665694" cy="669922"/>
          </a:xfrm>
        </p:spPr>
        <p:txBody>
          <a:bodyPr/>
          <a:lstStyle/>
          <a:p>
            <a:r>
              <a:rPr lang="en-US" b="1" dirty="0"/>
              <a:t>Context-Bound</a:t>
            </a:r>
          </a:p>
          <a:p>
            <a:r>
              <a:rPr lang="en-US" dirty="0"/>
              <a:t>Only what fits in the context window is visible. Everything else is invisible.</a:t>
            </a:r>
          </a:p>
          <a:p>
            <a:endParaRPr lang="en-US" dirty="0"/>
          </a:p>
        </p:txBody>
      </p:sp>
      <p:sp>
        <p:nvSpPr>
          <p:cNvPr id="6" name="Text Placeholder 5">
            <a:extLst>
              <a:ext uri="{FF2B5EF4-FFF2-40B4-BE49-F238E27FC236}">
                <a16:creationId xmlns:a16="http://schemas.microsoft.com/office/drawing/2014/main" id="{B43D77FC-3324-06CC-1DEF-D8DDD82805BC}"/>
              </a:ext>
            </a:extLst>
          </p:cNvPr>
          <p:cNvSpPr>
            <a:spLocks noGrp="1"/>
          </p:cNvSpPr>
          <p:nvPr>
            <p:ph type="body" sz="quarter" idx="15"/>
          </p:nvPr>
        </p:nvSpPr>
        <p:spPr>
          <a:xfrm>
            <a:off x="1085283" y="3428023"/>
            <a:ext cx="5665694" cy="669922"/>
          </a:xfrm>
        </p:spPr>
        <p:txBody>
          <a:bodyPr/>
          <a:lstStyle/>
          <a:p>
            <a:r>
              <a:rPr lang="en-US" b="1" dirty="0"/>
              <a:t>Token-Priced</a:t>
            </a:r>
          </a:p>
          <a:p>
            <a:r>
              <a:rPr lang="en-US" dirty="0"/>
              <a:t>Every interaction has a cost: input tokens, output tokens, and hidden overhead.</a:t>
            </a:r>
          </a:p>
          <a:p>
            <a:endParaRPr lang="en-US" dirty="0"/>
          </a:p>
        </p:txBody>
      </p:sp>
      <p:sp>
        <p:nvSpPr>
          <p:cNvPr id="7" name="Text Placeholder 6">
            <a:extLst>
              <a:ext uri="{FF2B5EF4-FFF2-40B4-BE49-F238E27FC236}">
                <a16:creationId xmlns:a16="http://schemas.microsoft.com/office/drawing/2014/main" id="{AA9FFDF0-4512-59E7-D333-3F2AED4F0C90}"/>
              </a:ext>
            </a:extLst>
          </p:cNvPr>
          <p:cNvSpPr>
            <a:spLocks noGrp="1"/>
          </p:cNvSpPr>
          <p:nvPr>
            <p:ph type="body" sz="quarter" idx="16"/>
          </p:nvPr>
        </p:nvSpPr>
        <p:spPr>
          <a:xfrm>
            <a:off x="1085283" y="4465730"/>
            <a:ext cx="5665694" cy="669922"/>
          </a:xfrm>
        </p:spPr>
        <p:txBody>
          <a:bodyPr/>
          <a:lstStyle/>
          <a:p>
            <a:r>
              <a:rPr lang="en-US" b="1" dirty="0"/>
              <a:t>Requires Validation</a:t>
            </a:r>
          </a:p>
          <a:p>
            <a:r>
              <a:rPr lang="en-US" dirty="0"/>
              <a:t>Confident outputs can be wrong. Always verify—especially when it sounds certain.</a:t>
            </a:r>
          </a:p>
          <a:p>
            <a:endParaRPr lang="en-US" dirty="0"/>
          </a:p>
        </p:txBody>
      </p:sp>
      <p:sp>
        <p:nvSpPr>
          <p:cNvPr id="8" name="Text Placeholder 4">
            <a:extLst>
              <a:ext uri="{FF2B5EF4-FFF2-40B4-BE49-F238E27FC236}">
                <a16:creationId xmlns:a16="http://schemas.microsoft.com/office/drawing/2014/main" id="{BA8826D2-CDFE-C258-9605-A55DF8F67709}"/>
              </a:ext>
            </a:extLst>
          </p:cNvPr>
          <p:cNvSpPr txBox="1">
            <a:spLocks/>
          </p:cNvSpPr>
          <p:nvPr/>
        </p:nvSpPr>
        <p:spPr>
          <a:xfrm>
            <a:off x="1085283" y="1438984"/>
            <a:ext cx="5665694" cy="66992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Probabilistic</a:t>
            </a:r>
          </a:p>
          <a:p>
            <a:r>
              <a:rPr lang="en-US" dirty="0"/>
              <a:t>AI doesn't "know" things—it predicts the most likely next tokens.</a:t>
            </a:r>
          </a:p>
          <a:p>
            <a:endParaRPr lang="en-US" dirty="0"/>
          </a:p>
        </p:txBody>
      </p:sp>
    </p:spTree>
    <p:extLst>
      <p:ext uri="{BB962C8B-B14F-4D97-AF65-F5344CB8AC3E}">
        <p14:creationId xmlns:p14="http://schemas.microsoft.com/office/powerpoint/2010/main" val="3244044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76502A-A149-8C0D-A280-9E4FD34FFC6B}"/>
              </a:ext>
            </a:extLst>
          </p:cNvPr>
          <p:cNvSpPr>
            <a:spLocks noGrp="1"/>
          </p:cNvSpPr>
          <p:nvPr>
            <p:ph sz="quarter" idx="12"/>
          </p:nvPr>
        </p:nvSpPr>
        <p:spPr/>
        <p:txBody>
          <a:bodyPr/>
          <a:lstStyle/>
          <a:p>
            <a:pPr>
              <a:lnSpc>
                <a:spcPct val="110000"/>
              </a:lnSpc>
              <a:spcBef>
                <a:spcPts val="2500"/>
              </a:spcBef>
            </a:pPr>
            <a:r>
              <a:rPr lang="en-US" b="1" dirty="0"/>
              <a:t>Characteristics of Large Models</a:t>
            </a:r>
          </a:p>
          <a:p>
            <a:pPr marL="0" lvl="1" indent="0">
              <a:lnSpc>
                <a:spcPct val="110000"/>
              </a:lnSpc>
              <a:buFont typeface="Arial" panose="020B0604020202020204" pitchFamily="34" charset="0"/>
              <a:buNone/>
            </a:pPr>
            <a:r>
              <a:rPr lang="en-US" dirty="0"/>
              <a:t>Large language models excel at general reasoning and cross-domain tasks but have higher latency and cost implications.</a:t>
            </a:r>
          </a:p>
          <a:p>
            <a:pPr>
              <a:lnSpc>
                <a:spcPct val="110000"/>
              </a:lnSpc>
              <a:spcBef>
                <a:spcPts val="2500"/>
              </a:spcBef>
            </a:pPr>
            <a:r>
              <a:rPr lang="en-US" b="1" dirty="0"/>
              <a:t>Advantages of Small Models</a:t>
            </a:r>
          </a:p>
          <a:p>
            <a:pPr marL="0" lvl="1" indent="0">
              <a:lnSpc>
                <a:spcPct val="110000"/>
              </a:lnSpc>
              <a:buFont typeface="Arial" panose="020B0604020202020204" pitchFamily="34" charset="0"/>
              <a:buNone/>
            </a:pPr>
            <a:r>
              <a:rPr lang="en-US" dirty="0"/>
              <a:t>Small models are faster, cheaper, and optimized for specific tasks with predictable outcomes in narrow domains.</a:t>
            </a:r>
          </a:p>
          <a:p>
            <a:pPr>
              <a:lnSpc>
                <a:spcPct val="110000"/>
              </a:lnSpc>
              <a:spcBef>
                <a:spcPts val="2500"/>
              </a:spcBef>
            </a:pPr>
            <a:r>
              <a:rPr lang="en-US" b="1" dirty="0"/>
              <a:t>Blended Model Use Cases</a:t>
            </a:r>
          </a:p>
          <a:p>
            <a:pPr marL="0" lvl="1" indent="0">
              <a:lnSpc>
                <a:spcPct val="110000"/>
              </a:lnSpc>
              <a:buFont typeface="Arial" panose="020B0604020202020204" pitchFamily="34" charset="0"/>
              <a:buNone/>
            </a:pPr>
            <a:r>
              <a:rPr lang="en-US" dirty="0"/>
              <a:t>Enterprises combine large and small models, routing tasks based on complexity to balance cost and performance.</a:t>
            </a:r>
          </a:p>
          <a:p>
            <a:pPr>
              <a:lnSpc>
                <a:spcPct val="110000"/>
              </a:lnSpc>
              <a:spcBef>
                <a:spcPts val="2500"/>
              </a:spcBef>
            </a:pPr>
            <a:r>
              <a:rPr lang="en-US" b="1" dirty="0"/>
              <a:t>Choosing Model by Purpose</a:t>
            </a:r>
          </a:p>
          <a:p>
            <a:pPr marL="0" lvl="1" indent="0">
              <a:lnSpc>
                <a:spcPct val="110000"/>
              </a:lnSpc>
              <a:buFont typeface="Arial" panose="020B0604020202020204" pitchFamily="34" charset="0"/>
              <a:buNone/>
            </a:pPr>
            <a:r>
              <a:rPr lang="en-US" dirty="0"/>
              <a:t>Model selection depends on task requirements, cost, and quality goals rather than size alone.</a:t>
            </a:r>
          </a:p>
          <a:p>
            <a:endParaRPr lang="en-US" dirty="0"/>
          </a:p>
        </p:txBody>
      </p:sp>
      <p:sp>
        <p:nvSpPr>
          <p:cNvPr id="3" name="Title 2">
            <a:extLst>
              <a:ext uri="{FF2B5EF4-FFF2-40B4-BE49-F238E27FC236}">
                <a16:creationId xmlns:a16="http://schemas.microsoft.com/office/drawing/2014/main" id="{3D44DC0F-D444-71C1-B4A1-DAB277E48CD3}"/>
              </a:ext>
            </a:extLst>
          </p:cNvPr>
          <p:cNvSpPr>
            <a:spLocks noGrp="1"/>
          </p:cNvSpPr>
          <p:nvPr>
            <p:ph type="title"/>
          </p:nvPr>
        </p:nvSpPr>
        <p:spPr/>
        <p:txBody>
          <a:bodyPr/>
          <a:lstStyle/>
          <a:p>
            <a:r>
              <a:rPr lang="en-US" dirty="0"/>
              <a:t>Large Language Models vs Small Language Models</a:t>
            </a:r>
          </a:p>
        </p:txBody>
      </p:sp>
      <p:sp>
        <p:nvSpPr>
          <p:cNvPr id="4" name="Content Placeholder 3">
            <a:extLst>
              <a:ext uri="{FF2B5EF4-FFF2-40B4-BE49-F238E27FC236}">
                <a16:creationId xmlns:a16="http://schemas.microsoft.com/office/drawing/2014/main" id="{90C7CCCC-357F-2335-B41D-8D6650D29FAD}"/>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346235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73AEF-94A5-3C9B-2DD2-7DA6F518BCC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3F102E7-51B6-1144-5336-9066E8F71E60}"/>
              </a:ext>
            </a:extLst>
          </p:cNvPr>
          <p:cNvSpPr>
            <a:spLocks noGrp="1"/>
          </p:cNvSpPr>
          <p:nvPr>
            <p:ph type="body" sz="quarter" idx="12"/>
          </p:nvPr>
        </p:nvSpPr>
        <p:spPr/>
        <p:txBody>
          <a:bodyPr/>
          <a:lstStyle/>
          <a:p>
            <a:endParaRPr lang="en-US"/>
          </a:p>
        </p:txBody>
      </p:sp>
      <p:sp>
        <p:nvSpPr>
          <p:cNvPr id="3" name="Text Placeholder 2">
            <a:extLst>
              <a:ext uri="{FF2B5EF4-FFF2-40B4-BE49-F238E27FC236}">
                <a16:creationId xmlns:a16="http://schemas.microsoft.com/office/drawing/2014/main" id="{E6163CBC-C901-C317-1282-D1EFD4DD6835}"/>
              </a:ext>
            </a:extLst>
          </p:cNvPr>
          <p:cNvSpPr>
            <a:spLocks noGrp="1"/>
          </p:cNvSpPr>
          <p:nvPr>
            <p:ph type="body" sz="quarter" idx="11"/>
          </p:nvPr>
        </p:nvSpPr>
        <p:spPr>
          <a:xfrm>
            <a:off x="476249" y="2952750"/>
            <a:ext cx="6310313" cy="609600"/>
          </a:xfrm>
        </p:spPr>
        <p:txBody>
          <a:bodyPr/>
          <a:lstStyle/>
          <a:p>
            <a:r>
              <a:rPr lang="es-MX" dirty="0"/>
              <a:t>Lab 1: LLM vs SLM</a:t>
            </a:r>
            <a:endParaRPr lang="en-US" dirty="0"/>
          </a:p>
        </p:txBody>
      </p:sp>
    </p:spTree>
    <p:extLst>
      <p:ext uri="{BB962C8B-B14F-4D97-AF65-F5344CB8AC3E}">
        <p14:creationId xmlns:p14="http://schemas.microsoft.com/office/powerpoint/2010/main" val="4293601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A1816-3C50-2CED-09CD-8233439CD5AF}"/>
              </a:ext>
            </a:extLst>
          </p:cNvPr>
          <p:cNvSpPr>
            <a:spLocks noGrp="1"/>
          </p:cNvSpPr>
          <p:nvPr>
            <p:ph type="title"/>
          </p:nvPr>
        </p:nvSpPr>
        <p:spPr/>
        <p:txBody>
          <a:bodyPr/>
          <a:lstStyle/>
          <a:p>
            <a:r>
              <a:rPr lang="en-US" dirty="0"/>
              <a:t>Tokens Are Not Words</a:t>
            </a:r>
            <a:br>
              <a:rPr lang="en-US" dirty="0"/>
            </a:br>
            <a:endParaRPr lang="en-US" dirty="0"/>
          </a:p>
        </p:txBody>
      </p:sp>
      <p:sp>
        <p:nvSpPr>
          <p:cNvPr id="3" name="Text Placeholder 2">
            <a:extLst>
              <a:ext uri="{FF2B5EF4-FFF2-40B4-BE49-F238E27FC236}">
                <a16:creationId xmlns:a16="http://schemas.microsoft.com/office/drawing/2014/main" id="{ED469609-3F0D-8DC8-7E3B-4FA377F250C0}"/>
              </a:ext>
            </a:extLst>
          </p:cNvPr>
          <p:cNvSpPr>
            <a:spLocks noGrp="1"/>
          </p:cNvSpPr>
          <p:nvPr>
            <p:ph type="body" sz="quarter" idx="16"/>
          </p:nvPr>
        </p:nvSpPr>
        <p:spPr>
          <a:xfrm>
            <a:off x="4502305" y="4743449"/>
            <a:ext cx="3187697" cy="1476376"/>
          </a:xfrm>
        </p:spPr>
        <p:txBody>
          <a:bodyPr/>
          <a:lstStyle/>
          <a:p>
            <a:r>
              <a:rPr lang="en-US" sz="1400" dirty="0"/>
              <a:t>Longer words → more tokens per sentence</a:t>
            </a:r>
          </a:p>
        </p:txBody>
      </p:sp>
      <p:sp>
        <p:nvSpPr>
          <p:cNvPr id="4" name="Text Placeholder 3">
            <a:extLst>
              <a:ext uri="{FF2B5EF4-FFF2-40B4-BE49-F238E27FC236}">
                <a16:creationId xmlns:a16="http://schemas.microsoft.com/office/drawing/2014/main" id="{B609F1F7-BC05-AFC2-C7F8-F42BE6C2D2DB}"/>
              </a:ext>
            </a:extLst>
          </p:cNvPr>
          <p:cNvSpPr>
            <a:spLocks noGrp="1"/>
          </p:cNvSpPr>
          <p:nvPr>
            <p:ph type="body" sz="quarter" idx="17"/>
          </p:nvPr>
        </p:nvSpPr>
        <p:spPr>
          <a:xfrm>
            <a:off x="8284543" y="4743447"/>
            <a:ext cx="3187697" cy="1476377"/>
          </a:xfrm>
        </p:spPr>
        <p:txBody>
          <a:bodyPr/>
          <a:lstStyle/>
          <a:p>
            <a:r>
              <a:rPr lang="en-US" sz="1400" dirty="0"/>
              <a:t>Identifiers, symbols, and braces split unpredictably</a:t>
            </a:r>
          </a:p>
        </p:txBody>
      </p:sp>
      <p:sp>
        <p:nvSpPr>
          <p:cNvPr id="5" name="Text Placeholder 4">
            <a:extLst>
              <a:ext uri="{FF2B5EF4-FFF2-40B4-BE49-F238E27FC236}">
                <a16:creationId xmlns:a16="http://schemas.microsoft.com/office/drawing/2014/main" id="{1A709368-3436-6ABA-23A3-850C39699B48}"/>
              </a:ext>
            </a:extLst>
          </p:cNvPr>
          <p:cNvSpPr>
            <a:spLocks noGrp="1"/>
          </p:cNvSpPr>
          <p:nvPr>
            <p:ph type="body" sz="quarter" idx="18"/>
          </p:nvPr>
        </p:nvSpPr>
        <p:spPr>
          <a:xfrm>
            <a:off x="719139" y="4743449"/>
            <a:ext cx="3187697" cy="1476375"/>
          </a:xfrm>
        </p:spPr>
        <p:txBody>
          <a:bodyPr/>
          <a:lstStyle/>
          <a:p>
            <a:r>
              <a:rPr lang="en-US" sz="1400" dirty="0"/>
              <a:t>~100 tokens ≈ 60–80 words</a:t>
            </a:r>
          </a:p>
        </p:txBody>
      </p:sp>
      <p:sp>
        <p:nvSpPr>
          <p:cNvPr id="7" name="Text Placeholder 6">
            <a:extLst>
              <a:ext uri="{FF2B5EF4-FFF2-40B4-BE49-F238E27FC236}">
                <a16:creationId xmlns:a16="http://schemas.microsoft.com/office/drawing/2014/main" id="{6357FB7F-60CD-1661-3C58-80153B80C928}"/>
              </a:ext>
            </a:extLst>
          </p:cNvPr>
          <p:cNvSpPr>
            <a:spLocks noGrp="1"/>
          </p:cNvSpPr>
          <p:nvPr>
            <p:ph type="body" sz="quarter" idx="20"/>
          </p:nvPr>
        </p:nvSpPr>
        <p:spPr>
          <a:xfrm>
            <a:off x="719139" y="4210046"/>
            <a:ext cx="3188318" cy="371479"/>
          </a:xfrm>
        </p:spPr>
        <p:txBody>
          <a:bodyPr/>
          <a:lstStyle/>
          <a:p>
            <a:r>
              <a:rPr lang="en-US" dirty="0"/>
              <a:t>English</a:t>
            </a:r>
          </a:p>
          <a:p>
            <a:endParaRPr lang="en-US" dirty="0"/>
          </a:p>
        </p:txBody>
      </p:sp>
      <p:sp>
        <p:nvSpPr>
          <p:cNvPr id="8" name="Text Placeholder 7">
            <a:extLst>
              <a:ext uri="{FF2B5EF4-FFF2-40B4-BE49-F238E27FC236}">
                <a16:creationId xmlns:a16="http://schemas.microsoft.com/office/drawing/2014/main" id="{5938ACCE-6D35-EE91-28ED-4062E0886C54}"/>
              </a:ext>
            </a:extLst>
          </p:cNvPr>
          <p:cNvSpPr>
            <a:spLocks noGrp="1"/>
          </p:cNvSpPr>
          <p:nvPr>
            <p:ph type="body" sz="quarter" idx="21"/>
          </p:nvPr>
        </p:nvSpPr>
        <p:spPr>
          <a:xfrm>
            <a:off x="4502305" y="4210046"/>
            <a:ext cx="3188318" cy="371479"/>
          </a:xfrm>
        </p:spPr>
        <p:txBody>
          <a:bodyPr/>
          <a:lstStyle/>
          <a:p>
            <a:r>
              <a:rPr lang="es-MX" dirty="0"/>
              <a:t>Spanish</a:t>
            </a:r>
            <a:endParaRPr lang="en-US" dirty="0"/>
          </a:p>
        </p:txBody>
      </p:sp>
      <p:sp>
        <p:nvSpPr>
          <p:cNvPr id="9" name="Text Placeholder 8">
            <a:extLst>
              <a:ext uri="{FF2B5EF4-FFF2-40B4-BE49-F238E27FC236}">
                <a16:creationId xmlns:a16="http://schemas.microsoft.com/office/drawing/2014/main" id="{A08680D1-1D30-0C28-954A-28ABF1DD82B9}"/>
              </a:ext>
            </a:extLst>
          </p:cNvPr>
          <p:cNvSpPr>
            <a:spLocks noGrp="1"/>
          </p:cNvSpPr>
          <p:nvPr>
            <p:ph type="body" sz="quarter" idx="22"/>
          </p:nvPr>
        </p:nvSpPr>
        <p:spPr>
          <a:xfrm>
            <a:off x="8284543" y="4210046"/>
            <a:ext cx="3188318" cy="371479"/>
          </a:xfrm>
        </p:spPr>
        <p:txBody>
          <a:bodyPr/>
          <a:lstStyle/>
          <a:p>
            <a:r>
              <a:rPr lang="es-MX" dirty="0"/>
              <a:t>Code</a:t>
            </a:r>
            <a:endParaRPr lang="en-US" dirty="0"/>
          </a:p>
        </p:txBody>
      </p:sp>
      <p:sp>
        <p:nvSpPr>
          <p:cNvPr id="11" name="Content Placeholder 10">
            <a:extLst>
              <a:ext uri="{FF2B5EF4-FFF2-40B4-BE49-F238E27FC236}">
                <a16:creationId xmlns:a16="http://schemas.microsoft.com/office/drawing/2014/main" id="{DB0789A8-714D-17F5-3273-73864F48A6CD}"/>
              </a:ext>
            </a:extLst>
          </p:cNvPr>
          <p:cNvSpPr>
            <a:spLocks noGrp="1"/>
          </p:cNvSpPr>
          <p:nvPr>
            <p:ph sz="quarter" idx="24"/>
          </p:nvPr>
        </p:nvSpPr>
        <p:spPr>
          <a:xfrm>
            <a:off x="1276350" y="1572361"/>
            <a:ext cx="4352925" cy="1856639"/>
          </a:xfrm>
        </p:spPr>
        <p:txBody>
          <a:bodyPr/>
          <a:lstStyle/>
          <a:p>
            <a:pPr algn="ctr">
              <a:lnSpc>
                <a:spcPct val="150000"/>
              </a:lnSpc>
            </a:pPr>
            <a:r>
              <a:rPr lang="en-US" sz="1600" dirty="0"/>
              <a:t>A token is not a word. Depending on the tokenizer, a word, symbol, or code fragment may split differently. English, Spanish, JSON, and source code all tokenize uniquely—consuming context at different rates.</a:t>
            </a:r>
          </a:p>
        </p:txBody>
      </p:sp>
      <p:sp>
        <p:nvSpPr>
          <p:cNvPr id="12" name="Content Placeholder 10">
            <a:extLst>
              <a:ext uri="{FF2B5EF4-FFF2-40B4-BE49-F238E27FC236}">
                <a16:creationId xmlns:a16="http://schemas.microsoft.com/office/drawing/2014/main" id="{C2283563-B7A0-839E-8568-E2FC8EACCABC}"/>
              </a:ext>
            </a:extLst>
          </p:cNvPr>
          <p:cNvSpPr txBox="1">
            <a:spLocks/>
          </p:cNvSpPr>
          <p:nvPr/>
        </p:nvSpPr>
        <p:spPr>
          <a:xfrm>
            <a:off x="6772275" y="1486636"/>
            <a:ext cx="4352925" cy="1856639"/>
          </a:xfrm>
          <a:prstGeom prst="rect">
            <a:avLst/>
          </a:prstGeom>
        </p:spPr>
        <p:txBody>
          <a:bodyPr anchor="t"/>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US" sz="8000" dirty="0"/>
              <a:t>[&lt;/&gt;]</a:t>
            </a:r>
          </a:p>
        </p:txBody>
      </p:sp>
    </p:spTree>
    <p:extLst>
      <p:ext uri="{BB962C8B-B14F-4D97-AF65-F5344CB8AC3E}">
        <p14:creationId xmlns:p14="http://schemas.microsoft.com/office/powerpoint/2010/main" val="4175993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CDC90-6B03-C3F8-7B70-E4DE4BFFAC86}"/>
              </a:ext>
            </a:extLst>
          </p:cNvPr>
          <p:cNvSpPr>
            <a:spLocks noGrp="1"/>
          </p:cNvSpPr>
          <p:nvPr>
            <p:ph type="body" sz="quarter" idx="12"/>
          </p:nvPr>
        </p:nvSpPr>
        <p:spPr/>
        <p:txBody>
          <a:bodyPr/>
          <a:lstStyle/>
          <a:p>
            <a:endParaRPr lang="en-US"/>
          </a:p>
        </p:txBody>
      </p:sp>
      <p:sp>
        <p:nvSpPr>
          <p:cNvPr id="3" name="Text Placeholder 2">
            <a:extLst>
              <a:ext uri="{FF2B5EF4-FFF2-40B4-BE49-F238E27FC236}">
                <a16:creationId xmlns:a16="http://schemas.microsoft.com/office/drawing/2014/main" id="{8E78101F-3558-4419-C9CE-D4A9275639AD}"/>
              </a:ext>
            </a:extLst>
          </p:cNvPr>
          <p:cNvSpPr>
            <a:spLocks noGrp="1"/>
          </p:cNvSpPr>
          <p:nvPr>
            <p:ph type="body" sz="quarter" idx="11"/>
          </p:nvPr>
        </p:nvSpPr>
        <p:spPr>
          <a:xfrm>
            <a:off x="476249" y="2952750"/>
            <a:ext cx="6310313" cy="609600"/>
          </a:xfrm>
        </p:spPr>
        <p:txBody>
          <a:bodyPr/>
          <a:lstStyle/>
          <a:p>
            <a:r>
              <a:rPr lang="es-MX" dirty="0"/>
              <a:t>Lab 2: </a:t>
            </a:r>
            <a:r>
              <a:rPr lang="es-MX" dirty="0" err="1"/>
              <a:t>Tokenization</a:t>
            </a:r>
            <a:endParaRPr lang="en-US" dirty="0"/>
          </a:p>
        </p:txBody>
      </p:sp>
    </p:spTree>
    <p:extLst>
      <p:ext uri="{BB962C8B-B14F-4D97-AF65-F5344CB8AC3E}">
        <p14:creationId xmlns:p14="http://schemas.microsoft.com/office/powerpoint/2010/main" val="190124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CA305AB-5C67-8921-7EE2-D4485256CBF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6568" r="2566" b="17456"/>
          <a:stretch>
            <a:fillRect/>
          </a:stretch>
        </p:blipFill>
        <p:spPr>
          <a:xfrm>
            <a:off x="6293257" y="1993111"/>
            <a:ext cx="4389029" cy="2864645"/>
          </a:xfrm>
          <a:prstGeom prst="rect">
            <a:avLst/>
          </a:prstGeom>
          <a:solidFill>
            <a:schemeClr val="bg1"/>
          </a:solidFill>
        </p:spPr>
      </p:pic>
      <p:sp>
        <p:nvSpPr>
          <p:cNvPr id="2" name="Content Placeholder 1">
            <a:extLst>
              <a:ext uri="{FF2B5EF4-FFF2-40B4-BE49-F238E27FC236}">
                <a16:creationId xmlns:a16="http://schemas.microsoft.com/office/drawing/2014/main" id="{2BFA3877-9E51-93A3-0B7C-A4ACCD189EBB}"/>
              </a:ext>
            </a:extLst>
          </p:cNvPr>
          <p:cNvSpPr>
            <a:spLocks noGrp="1"/>
          </p:cNvSpPr>
          <p:nvPr>
            <p:ph sz="quarter" idx="12"/>
          </p:nvPr>
        </p:nvSpPr>
        <p:spPr>
          <a:xfrm>
            <a:off x="507204" y="1495184"/>
            <a:ext cx="5722145" cy="1633779"/>
          </a:xfrm>
        </p:spPr>
        <p:txBody>
          <a:bodyPr/>
          <a:lstStyle/>
          <a:p>
            <a:pPr algn="just"/>
            <a:r>
              <a:rPr lang="en-US" sz="1800" dirty="0"/>
              <a:t>Copilot builds a single prompt before sending your request. Everything </a:t>
            </a:r>
            <a:r>
              <a:rPr lang="en-US" sz="1800" b="1" dirty="0"/>
              <a:t>outside</a:t>
            </a:r>
            <a:r>
              <a:rPr lang="en-US" sz="1800" dirty="0"/>
              <a:t> that prompt is invisible. Old files drop out silently as the conversation grows. More context is not always better—it dilutes the signal.</a:t>
            </a:r>
          </a:p>
          <a:p>
            <a:endParaRPr lang="en-US" dirty="0"/>
          </a:p>
        </p:txBody>
      </p:sp>
      <p:sp>
        <p:nvSpPr>
          <p:cNvPr id="3" name="Title 2">
            <a:extLst>
              <a:ext uri="{FF2B5EF4-FFF2-40B4-BE49-F238E27FC236}">
                <a16:creationId xmlns:a16="http://schemas.microsoft.com/office/drawing/2014/main" id="{6A439925-0480-DF5B-0889-9DF402EE8A68}"/>
              </a:ext>
            </a:extLst>
          </p:cNvPr>
          <p:cNvSpPr>
            <a:spLocks noGrp="1"/>
          </p:cNvSpPr>
          <p:nvPr>
            <p:ph type="title"/>
          </p:nvPr>
        </p:nvSpPr>
        <p:spPr/>
        <p:txBody>
          <a:bodyPr/>
          <a:lstStyle/>
          <a:p>
            <a:r>
              <a:rPr lang="en-US" dirty="0"/>
              <a:t>The Context Window Has a Ceiling</a:t>
            </a:r>
            <a:br>
              <a:rPr lang="en-US" dirty="0"/>
            </a:br>
            <a:endParaRPr lang="en-US" dirty="0"/>
          </a:p>
        </p:txBody>
      </p:sp>
      <p:sp>
        <p:nvSpPr>
          <p:cNvPr id="5" name="Content Placeholder 1">
            <a:extLst>
              <a:ext uri="{FF2B5EF4-FFF2-40B4-BE49-F238E27FC236}">
                <a16:creationId xmlns:a16="http://schemas.microsoft.com/office/drawing/2014/main" id="{5C5DF59C-18D3-39F7-913D-EE1FD5BA8660}"/>
              </a:ext>
            </a:extLst>
          </p:cNvPr>
          <p:cNvSpPr txBox="1">
            <a:spLocks/>
          </p:cNvSpPr>
          <p:nvPr/>
        </p:nvSpPr>
        <p:spPr>
          <a:xfrm>
            <a:off x="609600" y="3729037"/>
            <a:ext cx="5722145" cy="1633779"/>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i="0" kern="1200" baseline="0">
                <a:solidFill>
                  <a:schemeClr val="tx1"/>
                </a:solidFill>
                <a:latin typeface="+mn-lt"/>
                <a:ea typeface="+mn-ea"/>
                <a:cs typeface="Arial" panose="020B0604020202020204" pitchFamily="34" charset="0"/>
              </a:defRPr>
            </a:lvl1pPr>
            <a:lvl2pPr marL="742950" indent="-285750" algn="l" defTabSz="914400" rtl="0" eaLnBrk="1" latinLnBrk="0" hangingPunct="1">
              <a:lnSpc>
                <a:spcPct val="90000"/>
              </a:lnSpc>
              <a:spcBef>
                <a:spcPts val="500"/>
              </a:spcBef>
              <a:buClr>
                <a:schemeClr val="accent3"/>
              </a:buClr>
              <a:buFont typeface="Wingdings" panose="05000000000000000000" pitchFamily="2" charset="2"/>
              <a:buChar char="§"/>
              <a:defRPr sz="16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500"/>
              </a:spcBef>
              <a:buClr>
                <a:schemeClr val="accent3"/>
              </a:buClr>
              <a:buFont typeface="Arial" panose="020B0604020202020204" pitchFamily="34" charset="0"/>
              <a:buChar char="•"/>
              <a:defRPr sz="1400" kern="1200" baseline="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tx2"/>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t>       Rule of thumb:</a:t>
            </a:r>
            <a:r>
              <a:rPr lang="en-US" sz="1800" dirty="0"/>
              <a:t> Attach the </a:t>
            </a:r>
            <a:r>
              <a:rPr lang="en-US" sz="1800" i="1" dirty="0"/>
              <a:t>minimum</a:t>
            </a:r>
            <a:r>
              <a:rPr lang="en-US" sz="1800" dirty="0"/>
              <a:t> set of files needed to answer the question. Precision beats volume.</a:t>
            </a:r>
          </a:p>
          <a:p>
            <a:endParaRPr lang="en-US" dirty="0"/>
          </a:p>
        </p:txBody>
      </p:sp>
      <p:pic>
        <p:nvPicPr>
          <p:cNvPr id="11" name="Picture Placeholder 10" descr="Information outline">
            <a:extLst>
              <a:ext uri="{FF2B5EF4-FFF2-40B4-BE49-F238E27FC236}">
                <a16:creationId xmlns:a16="http://schemas.microsoft.com/office/drawing/2014/main" id="{D0ECD6D1-4F0A-A1CF-07DB-9F160C9FEA24}"/>
              </a:ext>
            </a:extLst>
          </p:cNvPr>
          <p:cNvPicPr>
            <a:picLocks noGrp="1" noChangeAspect="1"/>
          </p:cNvPicPr>
          <p:nvPr>
            <p:ph type="pic" sz="quarter" idx="13"/>
          </p:nvPr>
        </p:nvPicPr>
        <p:blipFill>
          <a:blip>
            <a:extLst>
              <a:ext uri="{96DAC541-7B7A-43D3-8B79-37D633B846F1}">
                <asvg:svgBlip xmlns:asvg="http://schemas.microsoft.com/office/drawing/2016/SVG/main" r:embed="rId4"/>
              </a:ext>
            </a:extLst>
          </a:blip>
          <a:srcRect l="18" r="18"/>
          <a:stretch>
            <a:fillRect/>
          </a:stretch>
        </p:blipFill>
        <p:spPr>
          <a:xfrm>
            <a:off x="738188" y="3729037"/>
            <a:ext cx="309541" cy="309541"/>
          </a:xfrm>
        </p:spPr>
      </p:pic>
    </p:spTree>
    <p:extLst>
      <p:ext uri="{BB962C8B-B14F-4D97-AF65-F5344CB8AC3E}">
        <p14:creationId xmlns:p14="http://schemas.microsoft.com/office/powerpoint/2010/main" val="3826454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48EA3-E4B2-7C9E-303E-AA10BD1744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CCE966A-C854-5E06-51DB-DD81B33861D9}"/>
              </a:ext>
            </a:extLst>
          </p:cNvPr>
          <p:cNvSpPr>
            <a:spLocks noGrp="1"/>
          </p:cNvSpPr>
          <p:nvPr>
            <p:ph type="body" sz="quarter" idx="12"/>
          </p:nvPr>
        </p:nvSpPr>
        <p:spPr/>
        <p:txBody>
          <a:bodyPr/>
          <a:lstStyle/>
          <a:p>
            <a:endParaRPr lang="en-US"/>
          </a:p>
        </p:txBody>
      </p:sp>
      <p:sp>
        <p:nvSpPr>
          <p:cNvPr id="3" name="Text Placeholder 2">
            <a:extLst>
              <a:ext uri="{FF2B5EF4-FFF2-40B4-BE49-F238E27FC236}">
                <a16:creationId xmlns:a16="http://schemas.microsoft.com/office/drawing/2014/main" id="{D2EBD5ED-AB27-2C26-A239-AECDF241639C}"/>
              </a:ext>
            </a:extLst>
          </p:cNvPr>
          <p:cNvSpPr>
            <a:spLocks noGrp="1"/>
          </p:cNvSpPr>
          <p:nvPr>
            <p:ph type="body" sz="quarter" idx="11"/>
          </p:nvPr>
        </p:nvSpPr>
        <p:spPr>
          <a:xfrm>
            <a:off x="476249" y="2952750"/>
            <a:ext cx="10167939" cy="609600"/>
          </a:xfrm>
        </p:spPr>
        <p:txBody>
          <a:bodyPr/>
          <a:lstStyle/>
          <a:p>
            <a:r>
              <a:rPr lang="es-MX" dirty="0"/>
              <a:t>Lab 3: </a:t>
            </a:r>
            <a:r>
              <a:rPr lang="en-US" dirty="0"/>
              <a:t>Context Window and Memory Limit</a:t>
            </a:r>
          </a:p>
          <a:p>
            <a:endParaRPr lang="en-US" dirty="0"/>
          </a:p>
        </p:txBody>
      </p:sp>
    </p:spTree>
    <p:extLst>
      <p:ext uri="{BB962C8B-B14F-4D97-AF65-F5344CB8AC3E}">
        <p14:creationId xmlns:p14="http://schemas.microsoft.com/office/powerpoint/2010/main" val="153836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6B647-90E4-E2C1-7350-AEB8DE5A9DCE}"/>
              </a:ext>
            </a:extLst>
          </p:cNvPr>
          <p:cNvSpPr>
            <a:spLocks noGrp="1"/>
          </p:cNvSpPr>
          <p:nvPr>
            <p:ph type="title"/>
          </p:nvPr>
        </p:nvSpPr>
        <p:spPr/>
        <p:txBody>
          <a:bodyPr/>
          <a:lstStyle/>
          <a:p>
            <a:r>
              <a:rPr lang="en-US" dirty="0"/>
              <a:t>Hallucination: Causes and Mitigation</a:t>
            </a:r>
            <a:br>
              <a:rPr lang="en-US" dirty="0"/>
            </a:br>
            <a:endParaRPr lang="en-US" dirty="0"/>
          </a:p>
        </p:txBody>
      </p:sp>
      <p:sp>
        <p:nvSpPr>
          <p:cNvPr id="5" name="Text Placeholder 4">
            <a:extLst>
              <a:ext uri="{FF2B5EF4-FFF2-40B4-BE49-F238E27FC236}">
                <a16:creationId xmlns:a16="http://schemas.microsoft.com/office/drawing/2014/main" id="{B0DE5EB0-2B90-778C-7E26-8719413766A5}"/>
              </a:ext>
            </a:extLst>
          </p:cNvPr>
          <p:cNvSpPr>
            <a:spLocks noGrp="1"/>
          </p:cNvSpPr>
          <p:nvPr>
            <p:ph type="body" sz="quarter" idx="23"/>
          </p:nvPr>
        </p:nvSpPr>
        <p:spPr>
          <a:xfrm>
            <a:off x="6993031" y="3991180"/>
            <a:ext cx="3188318" cy="273002"/>
          </a:xfrm>
        </p:spPr>
        <p:txBody>
          <a:bodyPr/>
          <a:lstStyle/>
          <a:p>
            <a:r>
              <a:rPr lang="en-US" dirty="0"/>
              <a:t>Mitigation Strategies</a:t>
            </a:r>
          </a:p>
          <a:p>
            <a:r>
              <a:rPr lang="en-US" b="0" dirty="0"/>
              <a:t>Grounding with explicit sources, constraining responses, citing lines, and validation reduce hallucination risks effectively.</a:t>
            </a:r>
          </a:p>
          <a:p>
            <a:r>
              <a:rPr lang="en-US" dirty="0"/>
              <a:t>Managing Impact</a:t>
            </a:r>
          </a:p>
          <a:p>
            <a:r>
              <a:rPr lang="en-US" b="0" dirty="0"/>
              <a:t>Designing interactions to predict and manage hallucinations ensures human oversight and verification remain central.</a:t>
            </a:r>
          </a:p>
          <a:p>
            <a:endParaRPr lang="en-US" dirty="0"/>
          </a:p>
        </p:txBody>
      </p:sp>
      <p:sp>
        <p:nvSpPr>
          <p:cNvPr id="6" name="Text Placeholder 5">
            <a:extLst>
              <a:ext uri="{FF2B5EF4-FFF2-40B4-BE49-F238E27FC236}">
                <a16:creationId xmlns:a16="http://schemas.microsoft.com/office/drawing/2014/main" id="{4E754B94-8B8D-6DB6-2C55-75EB6BCF5F3B}"/>
              </a:ext>
            </a:extLst>
          </p:cNvPr>
          <p:cNvSpPr>
            <a:spLocks noGrp="1"/>
          </p:cNvSpPr>
          <p:nvPr>
            <p:ph type="body" sz="quarter" idx="22"/>
          </p:nvPr>
        </p:nvSpPr>
        <p:spPr>
          <a:xfrm>
            <a:off x="6993031" y="2657476"/>
            <a:ext cx="3188318" cy="273002"/>
          </a:xfrm>
        </p:spPr>
        <p:txBody>
          <a:bodyPr/>
          <a:lstStyle/>
          <a:p>
            <a:r>
              <a:rPr lang="en-US" dirty="0"/>
              <a:t>Causes of Hallucination</a:t>
            </a:r>
          </a:p>
          <a:p>
            <a:r>
              <a:rPr lang="en-US" b="0" dirty="0"/>
              <a:t>Probabilistic token prediction and ambiguous or missing context leads the model to fill information gaps with learned patterns.</a:t>
            </a:r>
          </a:p>
          <a:p>
            <a:endParaRPr lang="en-US" dirty="0"/>
          </a:p>
        </p:txBody>
      </p:sp>
      <p:sp>
        <p:nvSpPr>
          <p:cNvPr id="7" name="Text Placeholder 6">
            <a:extLst>
              <a:ext uri="{FF2B5EF4-FFF2-40B4-BE49-F238E27FC236}">
                <a16:creationId xmlns:a16="http://schemas.microsoft.com/office/drawing/2014/main" id="{C3B79957-7594-0DBD-709E-F09F6D1E61D4}"/>
              </a:ext>
            </a:extLst>
          </p:cNvPr>
          <p:cNvSpPr>
            <a:spLocks noGrp="1"/>
          </p:cNvSpPr>
          <p:nvPr>
            <p:ph type="body" sz="quarter" idx="21"/>
          </p:nvPr>
        </p:nvSpPr>
        <p:spPr/>
        <p:txBody>
          <a:bodyPr/>
          <a:lstStyle/>
          <a:p>
            <a:r>
              <a:rPr lang="en-US" dirty="0"/>
              <a:t>Nature of Hallucination</a:t>
            </a:r>
          </a:p>
          <a:p>
            <a:r>
              <a:rPr lang="en-US" b="0" dirty="0"/>
              <a:t>Hallucination happens when AI outputs plausible yet incorrect information with high confidence due to missing context.</a:t>
            </a:r>
          </a:p>
          <a:p>
            <a:endParaRPr lang="en-US" dirty="0"/>
          </a:p>
        </p:txBody>
      </p:sp>
      <p:pic>
        <p:nvPicPr>
          <p:cNvPr id="9" name="Picture 8">
            <a:extLst>
              <a:ext uri="{FF2B5EF4-FFF2-40B4-BE49-F238E27FC236}">
                <a16:creationId xmlns:a16="http://schemas.microsoft.com/office/drawing/2014/main" id="{51FC31F5-DA92-2106-550D-4166F2F86399}"/>
              </a:ext>
            </a:extLst>
          </p:cNvPr>
          <p:cNvPicPr>
            <a:picLocks noChangeAspect="1"/>
          </p:cNvPicPr>
          <p:nvPr/>
        </p:nvPicPr>
        <p:blipFill>
          <a:blip r:embed="rId3">
            <a:alphaModFix amt="85000"/>
            <a:extLst>
              <a:ext uri="{28A0092B-C50C-407E-A947-70E740481C1C}">
                <a14:useLocalDpi xmlns:a14="http://schemas.microsoft.com/office/drawing/2010/main" val="0"/>
              </a:ext>
            </a:extLst>
          </a:blip>
          <a:srcRect l="3869"/>
          <a:stretch>
            <a:fillRect/>
          </a:stretch>
        </p:blipFill>
        <p:spPr>
          <a:xfrm>
            <a:off x="-14288" y="1077107"/>
            <a:ext cx="6744812" cy="5285593"/>
          </a:xfrm>
          <a:prstGeom prst="rect">
            <a:avLst/>
          </a:prstGeom>
        </p:spPr>
      </p:pic>
    </p:spTree>
    <p:extLst>
      <p:ext uri="{BB962C8B-B14F-4D97-AF65-F5344CB8AC3E}">
        <p14:creationId xmlns:p14="http://schemas.microsoft.com/office/powerpoint/2010/main" val="3763779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D8F1-27D7-7150-1BEC-D4439FE9D0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73CC1CF-D23A-BAC5-2A45-F644E4C66A18}"/>
              </a:ext>
            </a:extLst>
          </p:cNvPr>
          <p:cNvSpPr>
            <a:spLocks noGrp="1"/>
          </p:cNvSpPr>
          <p:nvPr>
            <p:ph type="body" sz="quarter" idx="12"/>
          </p:nvPr>
        </p:nvSpPr>
        <p:spPr/>
        <p:txBody>
          <a:bodyPr/>
          <a:lstStyle/>
          <a:p>
            <a:endParaRPr lang="en-US"/>
          </a:p>
        </p:txBody>
      </p:sp>
      <p:sp>
        <p:nvSpPr>
          <p:cNvPr id="3" name="Text Placeholder 2">
            <a:extLst>
              <a:ext uri="{FF2B5EF4-FFF2-40B4-BE49-F238E27FC236}">
                <a16:creationId xmlns:a16="http://schemas.microsoft.com/office/drawing/2014/main" id="{DC91C6CF-D212-D1F8-2CB3-14A2A5C2F5AE}"/>
              </a:ext>
            </a:extLst>
          </p:cNvPr>
          <p:cNvSpPr>
            <a:spLocks noGrp="1"/>
          </p:cNvSpPr>
          <p:nvPr>
            <p:ph type="body" sz="quarter" idx="11"/>
          </p:nvPr>
        </p:nvSpPr>
        <p:spPr>
          <a:xfrm>
            <a:off x="476249" y="2952750"/>
            <a:ext cx="10167939" cy="609600"/>
          </a:xfrm>
        </p:spPr>
        <p:txBody>
          <a:bodyPr/>
          <a:lstStyle/>
          <a:p>
            <a:r>
              <a:rPr lang="es-MX" dirty="0"/>
              <a:t>Lab 4: </a:t>
            </a:r>
            <a:r>
              <a:rPr lang="en-US" dirty="0"/>
              <a:t>Hallucination Reduction</a:t>
            </a:r>
          </a:p>
          <a:p>
            <a:endParaRPr lang="en-US" dirty="0"/>
          </a:p>
        </p:txBody>
      </p:sp>
    </p:spTree>
    <p:extLst>
      <p:ext uri="{BB962C8B-B14F-4D97-AF65-F5344CB8AC3E}">
        <p14:creationId xmlns:p14="http://schemas.microsoft.com/office/powerpoint/2010/main" val="1902161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EE729C-2EA6-3CF9-4ED9-214A494A9A59}"/>
              </a:ext>
            </a:extLst>
          </p:cNvPr>
          <p:cNvSpPr>
            <a:spLocks noGrp="1"/>
          </p:cNvSpPr>
          <p:nvPr>
            <p:ph sz="quarter" idx="12"/>
          </p:nvPr>
        </p:nvSpPr>
        <p:spPr/>
        <p:txBody>
          <a:bodyPr/>
          <a:lstStyle/>
          <a:p>
            <a:r>
              <a:rPr lang="en-US" sz="1800" b="1" dirty="0"/>
              <a:t>RAG</a:t>
            </a:r>
            <a:r>
              <a:rPr lang="en-US" sz="1800" dirty="0"/>
              <a:t> retrieves current documents at query time—ideal for policies, tickets, and release notes. </a:t>
            </a:r>
            <a:r>
              <a:rPr lang="en-US" sz="1800" b="1" dirty="0"/>
              <a:t>Fine-tuning</a:t>
            </a:r>
            <a:r>
              <a:rPr lang="en-US" sz="1800" dirty="0"/>
              <a:t> teaches a stable, repeated behavior pattern. Most enterprise systems combine both with instructions and evaluation.</a:t>
            </a:r>
          </a:p>
          <a:p>
            <a:endParaRPr lang="en-US" sz="1800" dirty="0"/>
          </a:p>
          <a:p>
            <a:endParaRPr lang="en-US" sz="1800" dirty="0"/>
          </a:p>
          <a:p>
            <a:endParaRPr lang="en-US" sz="1800" dirty="0"/>
          </a:p>
          <a:p>
            <a:r>
              <a:rPr lang="en-US" sz="1800" b="1" dirty="0"/>
              <a:t>      Best enterprise pattern:</a:t>
            </a:r>
            <a:r>
              <a:rPr lang="en-US" sz="1800" dirty="0"/>
              <a:t> RAG + instructions + evals. Fine-tune only when repeated behavior is hard to prompt.</a:t>
            </a:r>
          </a:p>
          <a:p>
            <a:endParaRPr lang="en-US" dirty="0"/>
          </a:p>
        </p:txBody>
      </p:sp>
      <p:sp>
        <p:nvSpPr>
          <p:cNvPr id="4" name="Title 3">
            <a:extLst>
              <a:ext uri="{FF2B5EF4-FFF2-40B4-BE49-F238E27FC236}">
                <a16:creationId xmlns:a16="http://schemas.microsoft.com/office/drawing/2014/main" id="{0AE7AB3B-4A26-9A4F-CC3D-667BC134688A}"/>
              </a:ext>
            </a:extLst>
          </p:cNvPr>
          <p:cNvSpPr>
            <a:spLocks noGrp="1"/>
          </p:cNvSpPr>
          <p:nvPr>
            <p:ph type="title"/>
          </p:nvPr>
        </p:nvSpPr>
        <p:spPr/>
        <p:txBody>
          <a:bodyPr/>
          <a:lstStyle/>
          <a:p>
            <a:r>
              <a:rPr lang="en-US" dirty="0"/>
              <a:t>RAG vs. Fine-Tuning</a:t>
            </a:r>
            <a:br>
              <a:rPr lang="en-US" dirty="0"/>
            </a:br>
            <a:endParaRPr lang="en-US" dirty="0"/>
          </a:p>
        </p:txBody>
      </p:sp>
      <p:pic>
        <p:nvPicPr>
          <p:cNvPr id="23" name="Picture Placeholder 22" descr="Postit Notes with solid fill">
            <a:extLst>
              <a:ext uri="{FF2B5EF4-FFF2-40B4-BE49-F238E27FC236}">
                <a16:creationId xmlns:a16="http://schemas.microsoft.com/office/drawing/2014/main" id="{16B3F4FB-C2BB-4611-1091-53597B30B766}"/>
              </a:ext>
            </a:extLst>
          </p:cNvPr>
          <p:cNvPicPr>
            <a:picLocks noGrp="1" noChangeAspect="1"/>
          </p:cNvPicPr>
          <p:nvPr>
            <p:ph type="pic" sz="quarter" idx="15"/>
          </p:nvPr>
        </p:nvPicPr>
        <p:blipFill>
          <a:blip>
            <a:extLst>
              <a:ext uri="{96DAC541-7B7A-43D3-8B79-37D633B846F1}">
                <asvg:svgBlip xmlns:asvg="http://schemas.microsoft.com/office/drawing/2016/SVG/main" r:embed="rId3"/>
              </a:ext>
            </a:extLst>
          </a:blip>
          <a:srcRect t="18" b="18"/>
          <a:stretch>
            <a:fillRect/>
          </a:stretch>
        </p:blipFill>
        <p:spPr>
          <a:xfrm flipH="1">
            <a:off x="5706752" y="3971926"/>
            <a:ext cx="292329" cy="292329"/>
          </a:xfrm>
        </p:spPr>
      </p:pic>
      <p:pic>
        <p:nvPicPr>
          <p:cNvPr id="21" name="Picture 20">
            <a:extLst>
              <a:ext uri="{FF2B5EF4-FFF2-40B4-BE49-F238E27FC236}">
                <a16:creationId xmlns:a16="http://schemas.microsoft.com/office/drawing/2014/main" id="{2F87EB1D-6F5D-6735-B6A4-92479806E53D}"/>
              </a:ext>
            </a:extLst>
          </p:cNvPr>
          <p:cNvPicPr>
            <a:picLocks noChangeAspect="1"/>
          </p:cNvPicPr>
          <p:nvPr/>
        </p:nvPicPr>
        <p:blipFill rotWithShape="1">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a:xfrm>
            <a:off x="1243013" y="1674387"/>
            <a:ext cx="3509226" cy="3509226"/>
          </a:xfrm>
          <a:prstGeom prst="roundRect">
            <a:avLst/>
          </a:prstGeom>
        </p:spPr>
      </p:pic>
    </p:spTree>
    <p:extLst>
      <p:ext uri="{BB962C8B-B14F-4D97-AF65-F5344CB8AC3E}">
        <p14:creationId xmlns:p14="http://schemas.microsoft.com/office/powerpoint/2010/main" val="3649362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B9C70-8F8E-0C5D-E194-BEB5196D833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FA82974-04B4-72E2-1453-A30049CADBE6}"/>
              </a:ext>
            </a:extLst>
          </p:cNvPr>
          <p:cNvSpPr>
            <a:spLocks noGrp="1"/>
          </p:cNvSpPr>
          <p:nvPr>
            <p:ph type="body" sz="quarter" idx="12"/>
          </p:nvPr>
        </p:nvSpPr>
        <p:spPr/>
        <p:txBody>
          <a:bodyPr/>
          <a:lstStyle/>
          <a:p>
            <a:endParaRPr lang="en-US"/>
          </a:p>
        </p:txBody>
      </p:sp>
      <p:sp>
        <p:nvSpPr>
          <p:cNvPr id="3" name="Text Placeholder 2">
            <a:extLst>
              <a:ext uri="{FF2B5EF4-FFF2-40B4-BE49-F238E27FC236}">
                <a16:creationId xmlns:a16="http://schemas.microsoft.com/office/drawing/2014/main" id="{BE36F4BB-45F2-8163-0AF4-AE488DA06023}"/>
              </a:ext>
            </a:extLst>
          </p:cNvPr>
          <p:cNvSpPr>
            <a:spLocks noGrp="1"/>
          </p:cNvSpPr>
          <p:nvPr>
            <p:ph type="body" sz="quarter" idx="11"/>
          </p:nvPr>
        </p:nvSpPr>
        <p:spPr>
          <a:xfrm>
            <a:off x="476249" y="2952750"/>
            <a:ext cx="10167939" cy="609600"/>
          </a:xfrm>
        </p:spPr>
        <p:txBody>
          <a:bodyPr/>
          <a:lstStyle/>
          <a:p>
            <a:r>
              <a:rPr lang="es-MX" dirty="0"/>
              <a:t>Lab 5: </a:t>
            </a:r>
            <a:r>
              <a:rPr lang="en-US" dirty="0"/>
              <a:t>RAG vs Fine-Tuning</a:t>
            </a:r>
          </a:p>
          <a:p>
            <a:endParaRPr lang="en-US" dirty="0"/>
          </a:p>
        </p:txBody>
      </p:sp>
    </p:spTree>
    <p:extLst>
      <p:ext uri="{BB962C8B-B14F-4D97-AF65-F5344CB8AC3E}">
        <p14:creationId xmlns:p14="http://schemas.microsoft.com/office/powerpoint/2010/main" val="2236542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E2131E-F9DE-4135-67CC-1B43EBF4A0CE}"/>
              </a:ext>
            </a:extLst>
          </p:cNvPr>
          <p:cNvSpPr>
            <a:spLocks noGrp="1"/>
          </p:cNvSpPr>
          <p:nvPr>
            <p:ph sz="quarter" idx="12"/>
          </p:nvPr>
        </p:nvSpPr>
        <p:spPr/>
        <p:txBody>
          <a:bodyPr/>
          <a:lstStyle/>
          <a:p>
            <a:pPr>
              <a:lnSpc>
                <a:spcPct val="110000"/>
              </a:lnSpc>
              <a:spcBef>
                <a:spcPts val="2500"/>
              </a:spcBef>
            </a:pPr>
            <a:r>
              <a:rPr lang="en-US" b="1" dirty="0"/>
              <a:t>Definition of an Agent</a:t>
            </a:r>
          </a:p>
          <a:p>
            <a:pPr marL="0" lvl="1" indent="0">
              <a:lnSpc>
                <a:spcPct val="110000"/>
              </a:lnSpc>
              <a:buFont typeface="Arial" panose="020B0604020202020204" pitchFamily="34" charset="0"/>
              <a:buNone/>
            </a:pPr>
            <a:r>
              <a:rPr lang="en-US" dirty="0"/>
              <a:t>An agent is a goal-driven model with structured instructions and tool access, not an autonomous entity.</a:t>
            </a:r>
          </a:p>
          <a:p>
            <a:pPr>
              <a:lnSpc>
                <a:spcPct val="110000"/>
              </a:lnSpc>
              <a:spcBef>
                <a:spcPts val="2500"/>
              </a:spcBef>
            </a:pPr>
            <a:r>
              <a:rPr lang="en-US" b="1" dirty="0"/>
              <a:t>Agentic Workflow Steps</a:t>
            </a:r>
          </a:p>
          <a:p>
            <a:pPr marL="0" lvl="1" indent="0">
              <a:lnSpc>
                <a:spcPct val="110000"/>
              </a:lnSpc>
              <a:buFont typeface="Arial" panose="020B0604020202020204" pitchFamily="34" charset="0"/>
              <a:buNone/>
            </a:pPr>
            <a:r>
              <a:rPr lang="en-US" dirty="0"/>
              <a:t>Agentic workflows include inspecting code, planning, modifying files, testing, and summarizing results.</a:t>
            </a:r>
          </a:p>
          <a:p>
            <a:pPr>
              <a:lnSpc>
                <a:spcPct val="110000"/>
              </a:lnSpc>
              <a:spcBef>
                <a:spcPts val="2500"/>
              </a:spcBef>
            </a:pPr>
            <a:r>
              <a:rPr lang="en-US" b="1" dirty="0"/>
              <a:t>Human Responsibility and Safeguards</a:t>
            </a:r>
          </a:p>
          <a:p>
            <a:pPr marL="0" lvl="1" indent="0">
              <a:lnSpc>
                <a:spcPct val="110000"/>
              </a:lnSpc>
              <a:buFont typeface="Arial" panose="020B0604020202020204" pitchFamily="34" charset="0"/>
              <a:buNone/>
            </a:pPr>
            <a:r>
              <a:rPr lang="en-US" dirty="0"/>
              <a:t>Agents shift human effort to review and decision-making with safeguards like clear instructions and validation.</a:t>
            </a:r>
          </a:p>
          <a:p>
            <a:pPr>
              <a:lnSpc>
                <a:spcPct val="110000"/>
              </a:lnSpc>
              <a:spcBef>
                <a:spcPts val="2500"/>
              </a:spcBef>
            </a:pPr>
            <a:r>
              <a:rPr lang="en-US" b="1" dirty="0"/>
              <a:t>Integration into Existing Processes</a:t>
            </a:r>
          </a:p>
          <a:p>
            <a:pPr marL="0" lvl="1" indent="0">
              <a:lnSpc>
                <a:spcPct val="110000"/>
              </a:lnSpc>
              <a:buFont typeface="Arial" panose="020B0604020202020204" pitchFamily="34" charset="0"/>
              <a:buNone/>
            </a:pPr>
            <a:r>
              <a:rPr lang="en-US" dirty="0"/>
              <a:t>Framing agents as workflows ensures safe integration with transparency and control in development environments.</a:t>
            </a:r>
          </a:p>
          <a:p>
            <a:endParaRPr lang="en-US" dirty="0"/>
          </a:p>
        </p:txBody>
      </p:sp>
      <p:sp>
        <p:nvSpPr>
          <p:cNvPr id="3" name="Title 2">
            <a:extLst>
              <a:ext uri="{FF2B5EF4-FFF2-40B4-BE49-F238E27FC236}">
                <a16:creationId xmlns:a16="http://schemas.microsoft.com/office/drawing/2014/main" id="{AF52D330-EF1C-AAB2-70BC-E179B8B4B1E4}"/>
              </a:ext>
            </a:extLst>
          </p:cNvPr>
          <p:cNvSpPr>
            <a:spLocks noGrp="1"/>
          </p:cNvSpPr>
          <p:nvPr>
            <p:ph type="title"/>
          </p:nvPr>
        </p:nvSpPr>
        <p:spPr/>
        <p:txBody>
          <a:bodyPr/>
          <a:lstStyle/>
          <a:p>
            <a:r>
              <a:rPr lang="en-US" dirty="0"/>
              <a:t>Agents and Agentic Workflows</a:t>
            </a:r>
          </a:p>
        </p:txBody>
      </p:sp>
      <p:sp>
        <p:nvSpPr>
          <p:cNvPr id="4" name="Content Placeholder 3">
            <a:extLst>
              <a:ext uri="{FF2B5EF4-FFF2-40B4-BE49-F238E27FC236}">
                <a16:creationId xmlns:a16="http://schemas.microsoft.com/office/drawing/2014/main" id="{1398DDC8-EE8F-2E95-9324-D215E2D4D82A}"/>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1523143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C0262-9195-5B34-CDC5-4322DEB0E84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EDAB2C4-8A4B-23F4-B061-8B4D5C8C5598}"/>
              </a:ext>
            </a:extLst>
          </p:cNvPr>
          <p:cNvSpPr>
            <a:spLocks noGrp="1"/>
          </p:cNvSpPr>
          <p:nvPr>
            <p:ph type="body" sz="quarter" idx="12"/>
          </p:nvPr>
        </p:nvSpPr>
        <p:spPr/>
        <p:txBody>
          <a:bodyPr/>
          <a:lstStyle/>
          <a:p>
            <a:endParaRPr lang="en-US"/>
          </a:p>
        </p:txBody>
      </p:sp>
      <p:sp>
        <p:nvSpPr>
          <p:cNvPr id="3" name="Text Placeholder 2">
            <a:extLst>
              <a:ext uri="{FF2B5EF4-FFF2-40B4-BE49-F238E27FC236}">
                <a16:creationId xmlns:a16="http://schemas.microsoft.com/office/drawing/2014/main" id="{C321ABC9-718D-977C-D3B5-EC53758B2496}"/>
              </a:ext>
            </a:extLst>
          </p:cNvPr>
          <p:cNvSpPr>
            <a:spLocks noGrp="1"/>
          </p:cNvSpPr>
          <p:nvPr>
            <p:ph type="body" sz="quarter" idx="11"/>
          </p:nvPr>
        </p:nvSpPr>
        <p:spPr>
          <a:xfrm>
            <a:off x="476249" y="2952750"/>
            <a:ext cx="10167939" cy="609600"/>
          </a:xfrm>
        </p:spPr>
        <p:txBody>
          <a:bodyPr/>
          <a:lstStyle/>
          <a:p>
            <a:r>
              <a:rPr lang="es-MX" dirty="0"/>
              <a:t>Lab 6: </a:t>
            </a:r>
            <a:r>
              <a:rPr lang="en-US" dirty="0"/>
              <a:t>Agentic Copilot Workflow</a:t>
            </a:r>
          </a:p>
          <a:p>
            <a:endParaRPr lang="en-US" dirty="0"/>
          </a:p>
        </p:txBody>
      </p:sp>
    </p:spTree>
    <p:extLst>
      <p:ext uri="{BB962C8B-B14F-4D97-AF65-F5344CB8AC3E}">
        <p14:creationId xmlns:p14="http://schemas.microsoft.com/office/powerpoint/2010/main" val="15314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2016048A-B665-A828-E358-EDA8534D63FA}"/>
              </a:ext>
            </a:extLst>
          </p:cNvPr>
          <p:cNvPicPr>
            <a:picLocks noGrp="1" noChangeAspect="1"/>
          </p:cNvPicPr>
          <p:nvPr>
            <p:ph type="pic" sz="quarter" idx="17"/>
          </p:nvPr>
        </p:nvPicPr>
        <p:blipFill>
          <a:blip r:embed="rId3">
            <a:alphaModFix amt="70000"/>
            <a:extLst>
              <a:ext uri="{28A0092B-C50C-407E-A947-70E740481C1C}">
                <a14:useLocalDpi xmlns:a14="http://schemas.microsoft.com/office/drawing/2010/main" val="0"/>
              </a:ext>
            </a:extLst>
          </a:blip>
          <a:srcRect t="6160" b="6160"/>
          <a:stretch>
            <a:fillRect/>
          </a:stretch>
        </p:blipFill>
        <p:spPr>
          <a:custGeom>
            <a:avLst/>
            <a:gdLst>
              <a:gd name="connsiteX0" fmla="*/ 7256294 w 7256294"/>
              <a:gd name="connsiteY0" fmla="*/ 0 h 6362700"/>
              <a:gd name="connsiteX1" fmla="*/ 7256294 w 7256294"/>
              <a:gd name="connsiteY1" fmla="*/ 6362700 h 6362700"/>
              <a:gd name="connsiteX2" fmla="*/ 0 w 7256294"/>
              <a:gd name="connsiteY2" fmla="*/ 6362700 h 6362700"/>
              <a:gd name="connsiteX3" fmla="*/ 2408624 w 7256294"/>
              <a:gd name="connsiteY3" fmla="*/ 0 h 6362700"/>
            </a:gdLst>
            <a:ahLst/>
            <a:cxnLst>
              <a:cxn ang="0">
                <a:pos x="connsiteX0" y="connsiteY0"/>
              </a:cxn>
              <a:cxn ang="0">
                <a:pos x="connsiteX1" y="connsiteY1"/>
              </a:cxn>
              <a:cxn ang="0">
                <a:pos x="connsiteX2" y="connsiteY2"/>
              </a:cxn>
              <a:cxn ang="0">
                <a:pos x="connsiteX3" y="connsiteY3"/>
              </a:cxn>
            </a:cxnLst>
            <a:rect l="l" t="t" r="r" b="b"/>
            <a:pathLst>
              <a:path w="7256294" h="6362700">
                <a:moveTo>
                  <a:pt x="7256294" y="0"/>
                </a:moveTo>
                <a:lnTo>
                  <a:pt x="7256294" y="6362700"/>
                </a:lnTo>
                <a:lnTo>
                  <a:pt x="0" y="6362700"/>
                </a:lnTo>
                <a:lnTo>
                  <a:pt x="2408624" y="0"/>
                </a:lnTo>
                <a:close/>
              </a:path>
            </a:pathLst>
          </a:custGeom>
        </p:spPr>
      </p:pic>
      <p:sp>
        <p:nvSpPr>
          <p:cNvPr id="3" name="Title 2">
            <a:extLst>
              <a:ext uri="{FF2B5EF4-FFF2-40B4-BE49-F238E27FC236}">
                <a16:creationId xmlns:a16="http://schemas.microsoft.com/office/drawing/2014/main" id="{025423D8-EC10-EBA9-0694-D2FF7F0DBA52}"/>
              </a:ext>
            </a:extLst>
          </p:cNvPr>
          <p:cNvSpPr>
            <a:spLocks noGrp="1"/>
          </p:cNvSpPr>
          <p:nvPr>
            <p:ph type="title"/>
          </p:nvPr>
        </p:nvSpPr>
        <p:spPr/>
        <p:txBody>
          <a:bodyPr/>
          <a:lstStyle/>
          <a:p>
            <a:r>
              <a:rPr lang="en-US" dirty="0"/>
              <a:t>The Practical Takeaway</a:t>
            </a:r>
            <a:br>
              <a:rPr lang="en-US" dirty="0"/>
            </a:br>
            <a:endParaRPr lang="en-US" dirty="0"/>
          </a:p>
        </p:txBody>
      </p:sp>
      <p:sp>
        <p:nvSpPr>
          <p:cNvPr id="4" name="Text Placeholder 3">
            <a:extLst>
              <a:ext uri="{FF2B5EF4-FFF2-40B4-BE49-F238E27FC236}">
                <a16:creationId xmlns:a16="http://schemas.microsoft.com/office/drawing/2014/main" id="{24BD596B-89BB-942E-4E1B-DAA2419C50BA}"/>
              </a:ext>
            </a:extLst>
          </p:cNvPr>
          <p:cNvSpPr>
            <a:spLocks noGrp="1"/>
          </p:cNvSpPr>
          <p:nvPr>
            <p:ph type="body" sz="quarter" idx="11"/>
          </p:nvPr>
        </p:nvSpPr>
        <p:spPr/>
        <p:txBody>
          <a:bodyPr/>
          <a:lstStyle/>
          <a:p>
            <a:r>
              <a:rPr lang="en-US" dirty="0"/>
              <a:t>Don't ask AI to be correct by hope. Give it context, constrain the source, ask for assumptions, validate with tools, and keep humans in the review loop.</a:t>
            </a:r>
          </a:p>
          <a:p>
            <a:endParaRPr lang="en-US" dirty="0"/>
          </a:p>
        </p:txBody>
      </p:sp>
      <p:sp>
        <p:nvSpPr>
          <p:cNvPr id="5" name="Text Placeholder 4">
            <a:extLst>
              <a:ext uri="{FF2B5EF4-FFF2-40B4-BE49-F238E27FC236}">
                <a16:creationId xmlns:a16="http://schemas.microsoft.com/office/drawing/2014/main" id="{E20AC309-8AA7-250A-5E27-0F7E1FFF3E76}"/>
              </a:ext>
            </a:extLst>
          </p:cNvPr>
          <p:cNvSpPr>
            <a:spLocks noGrp="1"/>
          </p:cNvSpPr>
          <p:nvPr>
            <p:ph type="body" sz="quarter" idx="14"/>
          </p:nvPr>
        </p:nvSpPr>
        <p:spPr>
          <a:xfrm>
            <a:off x="1056711" y="2380140"/>
            <a:ext cx="5665694" cy="669922"/>
          </a:xfrm>
        </p:spPr>
        <p:txBody>
          <a:bodyPr/>
          <a:lstStyle/>
          <a:p>
            <a:r>
              <a:rPr lang="en-US" b="1" dirty="0"/>
              <a:t>Give Context</a:t>
            </a:r>
          </a:p>
          <a:p>
            <a:r>
              <a:rPr lang="en-US" dirty="0"/>
              <a:t>Attach the right files—not everything.</a:t>
            </a:r>
          </a:p>
          <a:p>
            <a:endParaRPr lang="en-US" dirty="0"/>
          </a:p>
        </p:txBody>
      </p:sp>
      <p:sp>
        <p:nvSpPr>
          <p:cNvPr id="6" name="Text Placeholder 5">
            <a:extLst>
              <a:ext uri="{FF2B5EF4-FFF2-40B4-BE49-F238E27FC236}">
                <a16:creationId xmlns:a16="http://schemas.microsoft.com/office/drawing/2014/main" id="{858FD613-70FD-6A23-BFF5-CC7BB7430E74}"/>
              </a:ext>
            </a:extLst>
          </p:cNvPr>
          <p:cNvSpPr>
            <a:spLocks noGrp="1"/>
          </p:cNvSpPr>
          <p:nvPr>
            <p:ph type="body" sz="quarter" idx="15"/>
          </p:nvPr>
        </p:nvSpPr>
        <p:spPr>
          <a:xfrm>
            <a:off x="1056711" y="3428023"/>
            <a:ext cx="5665694" cy="669922"/>
          </a:xfrm>
        </p:spPr>
        <p:txBody>
          <a:bodyPr/>
          <a:lstStyle/>
          <a:p>
            <a:r>
              <a:rPr lang="en-US" b="1" dirty="0"/>
              <a:t>Constrain Source</a:t>
            </a:r>
          </a:p>
          <a:p>
            <a:r>
              <a:rPr lang="en-US" dirty="0"/>
              <a:t>Use RAG or file context to prevent guessing.</a:t>
            </a:r>
          </a:p>
          <a:p>
            <a:endParaRPr lang="en-US" dirty="0"/>
          </a:p>
        </p:txBody>
      </p:sp>
      <p:sp>
        <p:nvSpPr>
          <p:cNvPr id="7" name="Text Placeholder 6">
            <a:extLst>
              <a:ext uri="{FF2B5EF4-FFF2-40B4-BE49-F238E27FC236}">
                <a16:creationId xmlns:a16="http://schemas.microsoft.com/office/drawing/2014/main" id="{D69E1BAF-A390-3EB3-6EF4-3DCC84FFAB99}"/>
              </a:ext>
            </a:extLst>
          </p:cNvPr>
          <p:cNvSpPr>
            <a:spLocks noGrp="1"/>
          </p:cNvSpPr>
          <p:nvPr>
            <p:ph type="body" sz="quarter" idx="16"/>
          </p:nvPr>
        </p:nvSpPr>
        <p:spPr>
          <a:xfrm>
            <a:off x="1056711" y="4465730"/>
            <a:ext cx="5665694" cy="669922"/>
          </a:xfrm>
        </p:spPr>
        <p:txBody>
          <a:bodyPr/>
          <a:lstStyle/>
          <a:p>
            <a:r>
              <a:rPr lang="en-US" b="1" dirty="0"/>
              <a:t>Validate Outputs</a:t>
            </a:r>
          </a:p>
          <a:p>
            <a:r>
              <a:rPr lang="en-US" dirty="0"/>
              <a:t>Run tests. Check assumptions. Stay in the loop.</a:t>
            </a:r>
          </a:p>
          <a:p>
            <a:endParaRPr lang="en-US" dirty="0"/>
          </a:p>
        </p:txBody>
      </p:sp>
    </p:spTree>
    <p:extLst>
      <p:ext uri="{BB962C8B-B14F-4D97-AF65-F5344CB8AC3E}">
        <p14:creationId xmlns:p14="http://schemas.microsoft.com/office/powerpoint/2010/main" val="1645635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F1566C-E675-3378-7AB0-190ABA61D30B}"/>
              </a:ext>
            </a:extLst>
          </p:cNvPr>
          <p:cNvSpPr>
            <a:spLocks noGrp="1"/>
          </p:cNvSpPr>
          <p:nvPr>
            <p:ph type="body" sz="quarter" idx="12"/>
          </p:nvPr>
        </p:nvSpPr>
        <p:spPr/>
        <p:txBody>
          <a:bodyPr/>
          <a:lstStyle/>
          <a:p>
            <a:r>
              <a:rPr lang="en-US" dirty="0"/>
              <a:t>Thanks</a:t>
            </a:r>
          </a:p>
        </p:txBody>
      </p:sp>
    </p:spTree>
    <p:extLst>
      <p:ext uri="{BB962C8B-B14F-4D97-AF65-F5344CB8AC3E}">
        <p14:creationId xmlns:p14="http://schemas.microsoft.com/office/powerpoint/2010/main" val="891126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itle Slide">
  <a:themeElements>
    <a:clrScheme name="Custom 4">
      <a:dk1>
        <a:srgbClr val="44546A"/>
      </a:dk1>
      <a:lt1>
        <a:sysClr val="window" lastClr="FFFFFF"/>
      </a:lt1>
      <a:dk2>
        <a:srgbClr val="7C95A5"/>
      </a:dk2>
      <a:lt2>
        <a:srgbClr val="FFFFFF"/>
      </a:lt2>
      <a:accent1>
        <a:srgbClr val="44546A"/>
      </a:accent1>
      <a:accent2>
        <a:srgbClr val="75D5C7"/>
      </a:accent2>
      <a:accent3>
        <a:srgbClr val="37B3A2"/>
      </a:accent3>
      <a:accent4>
        <a:srgbClr val="44546A"/>
      </a:accent4>
      <a:accent5>
        <a:srgbClr val="EE9F2D"/>
      </a:accent5>
      <a:accent6>
        <a:srgbClr val="F6C350"/>
      </a:accent6>
      <a:hlink>
        <a:srgbClr val="37B3A2"/>
      </a:hlink>
      <a:folHlink>
        <a:srgbClr val="E7792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9E729351-B84E-46CB-9474-098D41B1FD85}" vid="{1396A82E-B559-4D00-8426-DB80864C21B4}"/>
    </a:ext>
  </a:extLst>
</a:theme>
</file>

<file path=ppt/theme/theme2.xml><?xml version="1.0" encoding="utf-8"?>
<a:theme xmlns:a="http://schemas.openxmlformats.org/drawingml/2006/main" name="Breaker slide">
  <a:themeElements>
    <a:clrScheme name="Custom 4">
      <a:dk1>
        <a:srgbClr val="44546A"/>
      </a:dk1>
      <a:lt1>
        <a:sysClr val="window" lastClr="FFFFFF"/>
      </a:lt1>
      <a:dk2>
        <a:srgbClr val="7C95A5"/>
      </a:dk2>
      <a:lt2>
        <a:srgbClr val="FFFFFF"/>
      </a:lt2>
      <a:accent1>
        <a:srgbClr val="44546A"/>
      </a:accent1>
      <a:accent2>
        <a:srgbClr val="75D5C7"/>
      </a:accent2>
      <a:accent3>
        <a:srgbClr val="37B3A2"/>
      </a:accent3>
      <a:accent4>
        <a:srgbClr val="44546A"/>
      </a:accent4>
      <a:accent5>
        <a:srgbClr val="EE9F2D"/>
      </a:accent5>
      <a:accent6>
        <a:srgbClr val="F6C350"/>
      </a:accent6>
      <a:hlink>
        <a:srgbClr val="37B3A2"/>
      </a:hlink>
      <a:folHlink>
        <a:srgbClr val="E7792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9E729351-B84E-46CB-9474-098D41B1FD85}" vid="{4CF63BD9-C3B0-4A37-A4CC-BAF6A1745A6C}"/>
    </a:ext>
  </a:extLst>
</a:theme>
</file>

<file path=ppt/theme/theme3.xml><?xml version="1.0" encoding="utf-8"?>
<a:theme xmlns:a="http://schemas.openxmlformats.org/drawingml/2006/main" name="Main Content Layouts">
  <a:themeElements>
    <a:clrScheme name="Custom 50">
      <a:dk1>
        <a:srgbClr val="44546A"/>
      </a:dk1>
      <a:lt1>
        <a:sysClr val="window" lastClr="FFFFFF"/>
      </a:lt1>
      <a:dk2>
        <a:srgbClr val="7C95A5"/>
      </a:dk2>
      <a:lt2>
        <a:srgbClr val="FFFFFF"/>
      </a:lt2>
      <a:accent1>
        <a:srgbClr val="44546A"/>
      </a:accent1>
      <a:accent2>
        <a:srgbClr val="75D5C7"/>
      </a:accent2>
      <a:accent3>
        <a:srgbClr val="37B3A2"/>
      </a:accent3>
      <a:accent4>
        <a:srgbClr val="44546A"/>
      </a:accent4>
      <a:accent5>
        <a:srgbClr val="EE9F2D"/>
      </a:accent5>
      <a:accent6>
        <a:srgbClr val="F6C350"/>
      </a:accent6>
      <a:hlink>
        <a:srgbClr val="37B3A2"/>
      </a:hlink>
      <a:folHlink>
        <a:srgbClr val="E7792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defPPr>
      </a:lstStyle>
      <a:style>
        <a:lnRef idx="2">
          <a:schemeClr val="accent3">
            <a:shade val="50000"/>
          </a:schemeClr>
        </a:lnRef>
        <a:fillRef idx="1">
          <a:schemeClr val="accent3"/>
        </a:fillRef>
        <a:effectRef idx="0">
          <a:schemeClr val="accent3"/>
        </a:effectRef>
        <a:fontRef idx="minor">
          <a:schemeClr val="lt1"/>
        </a:fontRef>
      </a:style>
    </a:spDef>
    <a:txDef>
      <a:spPr>
        <a:noFill/>
      </a:spPr>
      <a:bodyPr wrap="square" rtlCol="0">
        <a:spAutoFit/>
      </a:bodyPr>
      <a:lstStyle>
        <a:defPPr>
          <a:defRPr dirty="0" err="1" smtClean="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resentation3" id="{9E729351-B84E-46CB-9474-098D41B1FD85}" vid="{6AAA660C-E478-425F-A04D-06915C784119}"/>
    </a:ext>
  </a:extLst>
</a:theme>
</file>

<file path=ppt/theme/theme4.xml><?xml version="1.0" encoding="utf-8"?>
<a:theme xmlns:a="http://schemas.openxmlformats.org/drawingml/2006/main" name="Side Content Layouts">
  <a:themeElements>
    <a:clrScheme name="Custom 50">
      <a:dk1>
        <a:srgbClr val="44546A"/>
      </a:dk1>
      <a:lt1>
        <a:sysClr val="window" lastClr="FFFFFF"/>
      </a:lt1>
      <a:dk2>
        <a:srgbClr val="7C95A5"/>
      </a:dk2>
      <a:lt2>
        <a:srgbClr val="FFFFFF"/>
      </a:lt2>
      <a:accent1>
        <a:srgbClr val="44546A"/>
      </a:accent1>
      <a:accent2>
        <a:srgbClr val="75D5C7"/>
      </a:accent2>
      <a:accent3>
        <a:srgbClr val="37B3A2"/>
      </a:accent3>
      <a:accent4>
        <a:srgbClr val="44546A"/>
      </a:accent4>
      <a:accent5>
        <a:srgbClr val="EE9F2D"/>
      </a:accent5>
      <a:accent6>
        <a:srgbClr val="F6C350"/>
      </a:accent6>
      <a:hlink>
        <a:srgbClr val="37B3A2"/>
      </a:hlink>
      <a:folHlink>
        <a:srgbClr val="E7792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defPPr>
      </a:lstStyle>
      <a:style>
        <a:lnRef idx="2">
          <a:schemeClr val="accent3">
            <a:shade val="50000"/>
          </a:schemeClr>
        </a:lnRef>
        <a:fillRef idx="1">
          <a:schemeClr val="accent3"/>
        </a:fillRef>
        <a:effectRef idx="0">
          <a:schemeClr val="accent3"/>
        </a:effectRef>
        <a:fontRef idx="minor">
          <a:schemeClr val="lt1"/>
        </a:fontRef>
      </a:style>
    </a:spDef>
    <a:txDef>
      <a:spPr>
        <a:noFill/>
      </a:spPr>
      <a:bodyPr wrap="square" rtlCol="0">
        <a:spAutoFit/>
      </a:bodyPr>
      <a:lstStyle>
        <a:defPPr>
          <a:defRPr dirty="0" err="1" smtClean="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resentation3" id="{9E729351-B84E-46CB-9474-098D41B1FD85}" vid="{23D18740-E7FB-4745-ACF4-E6D106B490CE}"/>
    </a:ext>
  </a:extLst>
</a:theme>
</file>

<file path=ppt/theme/theme5.xml><?xml version="1.0" encoding="utf-8"?>
<a:theme xmlns:a="http://schemas.openxmlformats.org/drawingml/2006/main" name="Side Content Layouts 2">
  <a:themeElements>
    <a:clrScheme name="Custom 50">
      <a:dk1>
        <a:srgbClr val="44546A"/>
      </a:dk1>
      <a:lt1>
        <a:sysClr val="window" lastClr="FFFFFF"/>
      </a:lt1>
      <a:dk2>
        <a:srgbClr val="7C95A5"/>
      </a:dk2>
      <a:lt2>
        <a:srgbClr val="FFFFFF"/>
      </a:lt2>
      <a:accent1>
        <a:srgbClr val="44546A"/>
      </a:accent1>
      <a:accent2>
        <a:srgbClr val="75D5C7"/>
      </a:accent2>
      <a:accent3>
        <a:srgbClr val="37B3A2"/>
      </a:accent3>
      <a:accent4>
        <a:srgbClr val="44546A"/>
      </a:accent4>
      <a:accent5>
        <a:srgbClr val="EE9F2D"/>
      </a:accent5>
      <a:accent6>
        <a:srgbClr val="F6C350"/>
      </a:accent6>
      <a:hlink>
        <a:srgbClr val="37B3A2"/>
      </a:hlink>
      <a:folHlink>
        <a:srgbClr val="E7792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defPPr>
      </a:lstStyle>
      <a:style>
        <a:lnRef idx="2">
          <a:schemeClr val="accent3">
            <a:shade val="50000"/>
          </a:schemeClr>
        </a:lnRef>
        <a:fillRef idx="1">
          <a:schemeClr val="accent3"/>
        </a:fillRef>
        <a:effectRef idx="0">
          <a:schemeClr val="accent3"/>
        </a:effectRef>
        <a:fontRef idx="minor">
          <a:schemeClr val="lt1"/>
        </a:fontRef>
      </a:style>
    </a:spDef>
    <a:txDef>
      <a:spPr>
        <a:noFill/>
      </a:spPr>
      <a:bodyPr wrap="square" rtlCol="0">
        <a:spAutoFit/>
      </a:bodyPr>
      <a:lstStyle>
        <a:defPPr>
          <a:defRPr dirty="0" err="1" smtClean="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resentation3" id="{9E729351-B84E-46CB-9474-098D41B1FD85}" vid="{A894DCD2-AD19-4016-A605-279393BCA80D}"/>
    </a:ext>
  </a:extLst>
</a:theme>
</file>

<file path=ppt/theme/theme6.xml><?xml version="1.0" encoding="utf-8"?>
<a:theme xmlns:a="http://schemas.openxmlformats.org/drawingml/2006/main" name="Case Studies">
  <a:themeElements>
    <a:clrScheme name="Custom 50">
      <a:dk1>
        <a:srgbClr val="44546A"/>
      </a:dk1>
      <a:lt1>
        <a:sysClr val="window" lastClr="FFFFFF"/>
      </a:lt1>
      <a:dk2>
        <a:srgbClr val="7C95A5"/>
      </a:dk2>
      <a:lt2>
        <a:srgbClr val="FFFFFF"/>
      </a:lt2>
      <a:accent1>
        <a:srgbClr val="44546A"/>
      </a:accent1>
      <a:accent2>
        <a:srgbClr val="75D5C7"/>
      </a:accent2>
      <a:accent3>
        <a:srgbClr val="37B3A2"/>
      </a:accent3>
      <a:accent4>
        <a:srgbClr val="44546A"/>
      </a:accent4>
      <a:accent5>
        <a:srgbClr val="EE9F2D"/>
      </a:accent5>
      <a:accent6>
        <a:srgbClr val="F6C350"/>
      </a:accent6>
      <a:hlink>
        <a:srgbClr val="37B3A2"/>
      </a:hlink>
      <a:folHlink>
        <a:srgbClr val="E7792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defPPr>
      </a:lstStyle>
      <a:style>
        <a:lnRef idx="2">
          <a:schemeClr val="accent3">
            <a:shade val="50000"/>
          </a:schemeClr>
        </a:lnRef>
        <a:fillRef idx="1">
          <a:schemeClr val="accent3"/>
        </a:fillRef>
        <a:effectRef idx="0">
          <a:schemeClr val="accent3"/>
        </a:effectRef>
        <a:fontRef idx="minor">
          <a:schemeClr val="lt1"/>
        </a:fontRef>
      </a:style>
    </a:spDef>
    <a:txDef>
      <a:spPr>
        <a:noFill/>
      </a:spPr>
      <a:bodyPr wrap="square" rtlCol="0">
        <a:spAutoFit/>
      </a:bodyPr>
      <a:lstStyle>
        <a:defPPr>
          <a:defRPr dirty="0" err="1" smtClean="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resentation3" id="{9E729351-B84E-46CB-9474-098D41B1FD85}" vid="{49AC4C2D-FB9F-4FA8-B0CA-128B6E6974F3}"/>
    </a:ext>
  </a:extLst>
</a:theme>
</file>

<file path=ppt/theme/theme7.xml><?xml version="1.0" encoding="utf-8"?>
<a:theme xmlns:a="http://schemas.openxmlformats.org/drawingml/2006/main" name="Capability Overview">
  <a:themeElements>
    <a:clrScheme name="Custom 50">
      <a:dk1>
        <a:srgbClr val="44546A"/>
      </a:dk1>
      <a:lt1>
        <a:sysClr val="window" lastClr="FFFFFF"/>
      </a:lt1>
      <a:dk2>
        <a:srgbClr val="7C95A5"/>
      </a:dk2>
      <a:lt2>
        <a:srgbClr val="FFFFFF"/>
      </a:lt2>
      <a:accent1>
        <a:srgbClr val="44546A"/>
      </a:accent1>
      <a:accent2>
        <a:srgbClr val="75D5C7"/>
      </a:accent2>
      <a:accent3>
        <a:srgbClr val="37B3A2"/>
      </a:accent3>
      <a:accent4>
        <a:srgbClr val="44546A"/>
      </a:accent4>
      <a:accent5>
        <a:srgbClr val="EE9F2D"/>
      </a:accent5>
      <a:accent6>
        <a:srgbClr val="F6C350"/>
      </a:accent6>
      <a:hlink>
        <a:srgbClr val="37B3A2"/>
      </a:hlink>
      <a:folHlink>
        <a:srgbClr val="E7792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defPPr>
      </a:lstStyle>
      <a:style>
        <a:lnRef idx="2">
          <a:schemeClr val="accent3">
            <a:shade val="50000"/>
          </a:schemeClr>
        </a:lnRef>
        <a:fillRef idx="1">
          <a:schemeClr val="accent3"/>
        </a:fillRef>
        <a:effectRef idx="0">
          <a:schemeClr val="accent3"/>
        </a:effectRef>
        <a:fontRef idx="minor">
          <a:schemeClr val="lt1"/>
        </a:fontRef>
      </a:style>
    </a:spDef>
    <a:txDef>
      <a:spPr>
        <a:noFill/>
      </a:spPr>
      <a:bodyPr wrap="square" rtlCol="0">
        <a:spAutoFit/>
      </a:bodyPr>
      <a:lstStyle>
        <a:defPPr>
          <a:defRPr dirty="0" err="1" smtClean="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resentation3" id="{9E729351-B84E-46CB-9474-098D41B1FD85}" vid="{E1690575-6EF2-449E-852B-46FA01AFC652}"/>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Everforth Apex PowerPoint Template</Template>
  <TotalTime>0</TotalTime>
  <Words>1455</Words>
  <Application>Microsoft Office PowerPoint</Application>
  <PresentationFormat>Widescreen</PresentationFormat>
  <Paragraphs>129</Paragraphs>
  <Slides>16</Slides>
  <Notes>13</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16</vt:i4>
      </vt:variant>
    </vt:vector>
  </HeadingPairs>
  <TitlesOfParts>
    <vt:vector size="26" baseType="lpstr">
      <vt:lpstr>Aptos</vt:lpstr>
      <vt:lpstr>Arial</vt:lpstr>
      <vt:lpstr>Wingdings</vt:lpstr>
      <vt:lpstr>Title Slide</vt:lpstr>
      <vt:lpstr>Breaker slide</vt:lpstr>
      <vt:lpstr>Main Content Layouts</vt:lpstr>
      <vt:lpstr>Side Content Layouts</vt:lpstr>
      <vt:lpstr>Side Content Layouts 2</vt:lpstr>
      <vt:lpstr>Case Studies</vt:lpstr>
      <vt:lpstr>Capability Overview</vt:lpstr>
      <vt:lpstr>PowerPoint Presentation</vt:lpstr>
      <vt:lpstr>Four Mental Models to Keep in Mind </vt:lpstr>
      <vt:lpstr>Large Language Models vs Small Language Models</vt:lpstr>
      <vt:lpstr>PowerPoint Presentation</vt:lpstr>
      <vt:lpstr>Tokens Are Not Words </vt:lpstr>
      <vt:lpstr>PowerPoint Presentation</vt:lpstr>
      <vt:lpstr>The Context Window Has a Ceiling </vt:lpstr>
      <vt:lpstr>PowerPoint Presentation</vt:lpstr>
      <vt:lpstr>Hallucination: Causes and Mitigation </vt:lpstr>
      <vt:lpstr>PowerPoint Presentation</vt:lpstr>
      <vt:lpstr>RAG vs. Fine-Tuning </vt:lpstr>
      <vt:lpstr>PowerPoint Presentation</vt:lpstr>
      <vt:lpstr>Agents and Agentic Workflows</vt:lpstr>
      <vt:lpstr>PowerPoint Presentation</vt:lpstr>
      <vt:lpstr>The Practical Takeaway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Monica Medellin</dc:creator>
  <cp:lastModifiedBy>Monica Medellin</cp:lastModifiedBy>
  <cp:revision>1</cp:revision>
  <dcterms:created xsi:type="dcterms:W3CDTF">2026-06-16T22:17:46Z</dcterms:created>
  <dcterms:modified xsi:type="dcterms:W3CDTF">2026-06-17T05:12:59Z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2cd1485-a449-48d7-956e-d6e1b3039d5b_Enabled">
    <vt:lpwstr>true</vt:lpwstr>
  </property>
  <property fmtid="{D5CDD505-2E9C-101B-9397-08002B2CF9AE}" pid="3" name="MSIP_Label_e2cd1485-a449-48d7-956e-d6e1b3039d5b_SetDate">
    <vt:lpwstr>2026-06-17T05:12:59Z</vt:lpwstr>
  </property>
  <property fmtid="{D5CDD505-2E9C-101B-9397-08002B2CF9AE}" pid="4" name="MSIP_Label_e2cd1485-a449-48d7-956e-d6e1b3039d5b_Method">
    <vt:lpwstr>Standard</vt:lpwstr>
  </property>
  <property fmtid="{D5CDD505-2E9C-101B-9397-08002B2CF9AE}" pid="5" name="MSIP_Label_e2cd1485-a449-48d7-956e-d6e1b3039d5b_Name">
    <vt:lpwstr>Proprietary</vt:lpwstr>
  </property>
  <property fmtid="{D5CDD505-2E9C-101B-9397-08002B2CF9AE}" pid="6" name="MSIP_Label_e2cd1485-a449-48d7-956e-d6e1b3039d5b_SiteId">
    <vt:lpwstr>d867a851-bf46-47f7-8cd4-b768453c6b78</vt:lpwstr>
  </property>
  <property fmtid="{D5CDD505-2E9C-101B-9397-08002B2CF9AE}" pid="7" name="MSIP_Label_e2cd1485-a449-48d7-956e-d6e1b3039d5b_ActionId">
    <vt:lpwstr>0d5c7b68-a8a5-4134-917f-493edc34101b</vt:lpwstr>
  </property>
  <property fmtid="{D5CDD505-2E9C-101B-9397-08002B2CF9AE}" pid="8" name="MSIP_Label_e2cd1485-a449-48d7-956e-d6e1b3039d5b_ContentBits">
    <vt:lpwstr>0</vt:lpwstr>
  </property>
  <property fmtid="{D5CDD505-2E9C-101B-9397-08002B2CF9AE}" pid="9" name="MSIP_Label_e2cd1485-a449-48d7-956e-d6e1b3039d5b_Tag">
    <vt:lpwstr>10, 3, 0, 1</vt:lpwstr>
  </property>
</Properties>
</file>